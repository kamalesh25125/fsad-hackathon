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8"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5.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5.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425299-15FF-46C4-9022-924ED26B272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2D24F70-0908-4843-B817-DC10577B3097}">
      <dgm:prSet/>
      <dgm:spPr/>
      <dgm:t>
        <a:bodyPr/>
        <a:lstStyle/>
        <a:p>
          <a:r>
            <a:rPr lang="en-GB"/>
            <a:t>The main objectives of the Hospital Appointment and Doctor Scheduling System are:</a:t>
          </a:r>
          <a:endParaRPr lang="en-US"/>
        </a:p>
      </dgm:t>
    </dgm:pt>
    <dgm:pt modelId="{3E97ED7A-4597-473B-8212-7CAD85AC023C}" type="parTrans" cxnId="{7E5550FB-86BE-4DFB-AD32-1D548E373AED}">
      <dgm:prSet/>
      <dgm:spPr/>
      <dgm:t>
        <a:bodyPr/>
        <a:lstStyle/>
        <a:p>
          <a:endParaRPr lang="en-US"/>
        </a:p>
      </dgm:t>
    </dgm:pt>
    <dgm:pt modelId="{DEFF50B3-86CF-4A18-B119-36E9D0632B0E}" type="sibTrans" cxnId="{7E5550FB-86BE-4DFB-AD32-1D548E373AED}">
      <dgm:prSet/>
      <dgm:spPr/>
      <dgm:t>
        <a:bodyPr/>
        <a:lstStyle/>
        <a:p>
          <a:endParaRPr lang="en-US"/>
        </a:p>
      </dgm:t>
    </dgm:pt>
    <dgm:pt modelId="{10F66140-4B97-48D7-B83F-77D891BE3A90}">
      <dgm:prSet/>
      <dgm:spPr/>
      <dgm:t>
        <a:bodyPr/>
        <a:lstStyle/>
        <a:p>
          <a:r>
            <a:rPr lang="en-GB" b="1"/>
            <a:t>Enable Patients to Book Appointments Easily</a:t>
          </a:r>
          <a:r>
            <a:rPr lang="en-GB"/>
            <a:t> – Allow patients to select doctors, enter their personal details, and schedule appointments online. </a:t>
          </a:r>
          <a:endParaRPr lang="en-US"/>
        </a:p>
      </dgm:t>
    </dgm:pt>
    <dgm:pt modelId="{B6615522-2212-447A-9E3E-5BBC68E9A8A5}" type="parTrans" cxnId="{2DC53DD0-BEF3-4140-81C7-79AE41AF6A1E}">
      <dgm:prSet/>
      <dgm:spPr/>
      <dgm:t>
        <a:bodyPr/>
        <a:lstStyle/>
        <a:p>
          <a:endParaRPr lang="en-US"/>
        </a:p>
      </dgm:t>
    </dgm:pt>
    <dgm:pt modelId="{23AE8AD9-3084-4C51-8AEB-18DDC751C5C7}" type="sibTrans" cxnId="{2DC53DD0-BEF3-4140-81C7-79AE41AF6A1E}">
      <dgm:prSet/>
      <dgm:spPr/>
      <dgm:t>
        <a:bodyPr/>
        <a:lstStyle/>
        <a:p>
          <a:endParaRPr lang="en-US"/>
        </a:p>
      </dgm:t>
    </dgm:pt>
    <dgm:pt modelId="{59773F78-C6B8-429A-8309-6AE820BC50EA}">
      <dgm:prSet/>
      <dgm:spPr/>
      <dgm:t>
        <a:bodyPr/>
        <a:lstStyle/>
        <a:p>
          <a:r>
            <a:rPr lang="en-GB" b="1"/>
            <a:t>Store Patient Information</a:t>
          </a:r>
          <a:r>
            <a:rPr lang="en-GB"/>
            <a:t> – Maintain details such as name, age, place, and health issue for each patient. </a:t>
          </a:r>
          <a:endParaRPr lang="en-US"/>
        </a:p>
      </dgm:t>
    </dgm:pt>
    <dgm:pt modelId="{39C20165-0053-41E8-BD69-101DE56C8F0D}" type="parTrans" cxnId="{988F461F-DD45-4374-B89A-502F743D52A9}">
      <dgm:prSet/>
      <dgm:spPr/>
      <dgm:t>
        <a:bodyPr/>
        <a:lstStyle/>
        <a:p>
          <a:endParaRPr lang="en-US"/>
        </a:p>
      </dgm:t>
    </dgm:pt>
    <dgm:pt modelId="{413DE9EB-53C1-4CF8-B868-ABA6FE80D85C}" type="sibTrans" cxnId="{988F461F-DD45-4374-B89A-502F743D52A9}">
      <dgm:prSet/>
      <dgm:spPr/>
      <dgm:t>
        <a:bodyPr/>
        <a:lstStyle/>
        <a:p>
          <a:endParaRPr lang="en-US"/>
        </a:p>
      </dgm:t>
    </dgm:pt>
    <dgm:pt modelId="{518B94F0-99A5-4B57-A47B-5B5B95F10EE6}">
      <dgm:prSet/>
      <dgm:spPr/>
      <dgm:t>
        <a:bodyPr/>
        <a:lstStyle/>
        <a:p>
          <a:r>
            <a:rPr lang="en-GB" b="1"/>
            <a:t>Assist Doctors in Managing Schedules</a:t>
          </a:r>
          <a:r>
            <a:rPr lang="en-GB"/>
            <a:t> – Let doctors view their appointment schedules and access patient details efficiently. </a:t>
          </a:r>
          <a:endParaRPr lang="en-US"/>
        </a:p>
      </dgm:t>
    </dgm:pt>
    <dgm:pt modelId="{2C760259-ADAE-4953-8170-60A2E72BE70B}" type="parTrans" cxnId="{CE19A5FF-C499-40E5-B081-E79D78E0D915}">
      <dgm:prSet/>
      <dgm:spPr/>
      <dgm:t>
        <a:bodyPr/>
        <a:lstStyle/>
        <a:p>
          <a:endParaRPr lang="en-US"/>
        </a:p>
      </dgm:t>
    </dgm:pt>
    <dgm:pt modelId="{BEB3DAC6-1E1A-468C-9D1C-FAA7F701F635}" type="sibTrans" cxnId="{CE19A5FF-C499-40E5-B081-E79D78E0D915}">
      <dgm:prSet/>
      <dgm:spPr/>
      <dgm:t>
        <a:bodyPr/>
        <a:lstStyle/>
        <a:p>
          <a:endParaRPr lang="en-US"/>
        </a:p>
      </dgm:t>
    </dgm:pt>
    <dgm:pt modelId="{F14146EB-50F6-467C-ADAD-13849E7CD7F9}">
      <dgm:prSet/>
      <dgm:spPr/>
      <dgm:t>
        <a:bodyPr/>
        <a:lstStyle/>
        <a:p>
          <a:r>
            <a:rPr lang="en-GB" b="1"/>
            <a:t>Prevent Double Booking</a:t>
          </a:r>
          <a:r>
            <a:rPr lang="en-GB"/>
            <a:t> – Ensure that a doctor cannot be booked for the same time slot by multiple patients. </a:t>
          </a:r>
          <a:endParaRPr lang="en-US"/>
        </a:p>
      </dgm:t>
    </dgm:pt>
    <dgm:pt modelId="{6C753AEE-0B1A-446E-A3CF-6AE15450F67E}" type="parTrans" cxnId="{5B156132-2F4C-4B06-96A0-28D02B88867E}">
      <dgm:prSet/>
      <dgm:spPr/>
      <dgm:t>
        <a:bodyPr/>
        <a:lstStyle/>
        <a:p>
          <a:endParaRPr lang="en-US"/>
        </a:p>
      </dgm:t>
    </dgm:pt>
    <dgm:pt modelId="{C8C48663-B90F-4C89-BA3C-A7E221AA54FE}" type="sibTrans" cxnId="{5B156132-2F4C-4B06-96A0-28D02B88867E}">
      <dgm:prSet/>
      <dgm:spPr/>
      <dgm:t>
        <a:bodyPr/>
        <a:lstStyle/>
        <a:p>
          <a:endParaRPr lang="en-US"/>
        </a:p>
      </dgm:t>
    </dgm:pt>
    <dgm:pt modelId="{BF14A489-BA14-49FB-A637-987AA9FC23F0}">
      <dgm:prSet/>
      <dgm:spPr/>
      <dgm:t>
        <a:bodyPr/>
        <a:lstStyle/>
        <a:p>
          <a:r>
            <a:rPr lang="en-GB" b="1"/>
            <a:t>Provide Secure Login</a:t>
          </a:r>
          <a:r>
            <a:rPr lang="en-GB"/>
            <a:t> – Allow both doctors and patients to log in with unique usernames and passwords. </a:t>
          </a:r>
          <a:endParaRPr lang="en-US"/>
        </a:p>
      </dgm:t>
    </dgm:pt>
    <dgm:pt modelId="{3529B517-8253-4513-9B29-79E292A646EF}" type="parTrans" cxnId="{2086ED4E-3B60-41CD-876C-7819A7D82F34}">
      <dgm:prSet/>
      <dgm:spPr/>
      <dgm:t>
        <a:bodyPr/>
        <a:lstStyle/>
        <a:p>
          <a:endParaRPr lang="en-US"/>
        </a:p>
      </dgm:t>
    </dgm:pt>
    <dgm:pt modelId="{11ECF518-6F32-4D89-B20D-390FA9893FC3}" type="sibTrans" cxnId="{2086ED4E-3B60-41CD-876C-7819A7D82F34}">
      <dgm:prSet/>
      <dgm:spPr/>
      <dgm:t>
        <a:bodyPr/>
        <a:lstStyle/>
        <a:p>
          <a:endParaRPr lang="en-US"/>
        </a:p>
      </dgm:t>
    </dgm:pt>
    <dgm:pt modelId="{6BD0A060-B79B-4C4C-B54D-1561F564B3FE}">
      <dgm:prSet/>
      <dgm:spPr/>
      <dgm:t>
        <a:bodyPr/>
        <a:lstStyle/>
        <a:p>
          <a:r>
            <a:rPr lang="en-GB" b="1"/>
            <a:t>Improve Efficiency and Reduce Errors</a:t>
          </a:r>
          <a:r>
            <a:rPr lang="en-GB"/>
            <a:t> – Streamline the appointment process, reduce waiting times, and minimize manual errors.</a:t>
          </a:r>
          <a:endParaRPr lang="en-US"/>
        </a:p>
      </dgm:t>
    </dgm:pt>
    <dgm:pt modelId="{999B7914-06E4-47D8-875D-3A343F729482}" type="parTrans" cxnId="{FAA0FCF4-4385-4114-BDBA-81DFA7119FF7}">
      <dgm:prSet/>
      <dgm:spPr/>
      <dgm:t>
        <a:bodyPr/>
        <a:lstStyle/>
        <a:p>
          <a:endParaRPr lang="en-US"/>
        </a:p>
      </dgm:t>
    </dgm:pt>
    <dgm:pt modelId="{869DE11A-2A02-463C-A394-7E55AABD36EE}" type="sibTrans" cxnId="{FAA0FCF4-4385-4114-BDBA-81DFA7119FF7}">
      <dgm:prSet/>
      <dgm:spPr/>
      <dgm:t>
        <a:bodyPr/>
        <a:lstStyle/>
        <a:p>
          <a:endParaRPr lang="en-US"/>
        </a:p>
      </dgm:t>
    </dgm:pt>
    <dgm:pt modelId="{7B874CA0-B673-4CF2-AF9C-1A1644AFA044}" type="pres">
      <dgm:prSet presAssocID="{2E425299-15FF-46C4-9022-924ED26B272F}" presName="linear" presStyleCnt="0">
        <dgm:presLayoutVars>
          <dgm:animLvl val="lvl"/>
          <dgm:resizeHandles val="exact"/>
        </dgm:presLayoutVars>
      </dgm:prSet>
      <dgm:spPr/>
    </dgm:pt>
    <dgm:pt modelId="{51144A1C-B402-4D29-B1CF-C3FAD0C46C5A}" type="pres">
      <dgm:prSet presAssocID="{72D24F70-0908-4843-B817-DC10577B3097}" presName="parentText" presStyleLbl="node1" presStyleIdx="0" presStyleCnt="1">
        <dgm:presLayoutVars>
          <dgm:chMax val="0"/>
          <dgm:bulletEnabled val="1"/>
        </dgm:presLayoutVars>
      </dgm:prSet>
      <dgm:spPr/>
    </dgm:pt>
    <dgm:pt modelId="{A9C62059-AC4B-4767-BA61-DC1F703A60B9}" type="pres">
      <dgm:prSet presAssocID="{72D24F70-0908-4843-B817-DC10577B3097}" presName="childText" presStyleLbl="revTx" presStyleIdx="0" presStyleCnt="1">
        <dgm:presLayoutVars>
          <dgm:bulletEnabled val="1"/>
        </dgm:presLayoutVars>
      </dgm:prSet>
      <dgm:spPr/>
    </dgm:pt>
  </dgm:ptLst>
  <dgm:cxnLst>
    <dgm:cxn modelId="{988F461F-DD45-4374-B89A-502F743D52A9}" srcId="{72D24F70-0908-4843-B817-DC10577B3097}" destId="{59773F78-C6B8-429A-8309-6AE820BC50EA}" srcOrd="1" destOrd="0" parTransId="{39C20165-0053-41E8-BD69-101DE56C8F0D}" sibTransId="{413DE9EB-53C1-4CF8-B868-ABA6FE80D85C}"/>
    <dgm:cxn modelId="{C1949A30-5730-4DC8-9AF0-EC5F3848CC27}" type="presOf" srcId="{518B94F0-99A5-4B57-A47B-5B5B95F10EE6}" destId="{A9C62059-AC4B-4767-BA61-DC1F703A60B9}" srcOrd="0" destOrd="2" presId="urn:microsoft.com/office/officeart/2005/8/layout/vList2"/>
    <dgm:cxn modelId="{5B156132-2F4C-4B06-96A0-28D02B88867E}" srcId="{72D24F70-0908-4843-B817-DC10577B3097}" destId="{F14146EB-50F6-467C-ADAD-13849E7CD7F9}" srcOrd="3" destOrd="0" parTransId="{6C753AEE-0B1A-446E-A3CF-6AE15450F67E}" sibTransId="{C8C48663-B90F-4C89-BA3C-A7E221AA54FE}"/>
    <dgm:cxn modelId="{D78B9F35-B676-4B84-9BF9-CBB770C83558}" type="presOf" srcId="{72D24F70-0908-4843-B817-DC10577B3097}" destId="{51144A1C-B402-4D29-B1CF-C3FAD0C46C5A}" srcOrd="0" destOrd="0" presId="urn:microsoft.com/office/officeart/2005/8/layout/vList2"/>
    <dgm:cxn modelId="{938BAA61-D72E-485C-8D03-13DC7F16A5B8}" type="presOf" srcId="{BF14A489-BA14-49FB-A637-987AA9FC23F0}" destId="{A9C62059-AC4B-4767-BA61-DC1F703A60B9}" srcOrd="0" destOrd="4" presId="urn:microsoft.com/office/officeart/2005/8/layout/vList2"/>
    <dgm:cxn modelId="{2086ED4E-3B60-41CD-876C-7819A7D82F34}" srcId="{72D24F70-0908-4843-B817-DC10577B3097}" destId="{BF14A489-BA14-49FB-A637-987AA9FC23F0}" srcOrd="4" destOrd="0" parTransId="{3529B517-8253-4513-9B29-79E292A646EF}" sibTransId="{11ECF518-6F32-4D89-B20D-390FA9893FC3}"/>
    <dgm:cxn modelId="{C66CF972-68AC-4B75-A7CC-BE791F210EFD}" type="presOf" srcId="{6BD0A060-B79B-4C4C-B54D-1561F564B3FE}" destId="{A9C62059-AC4B-4767-BA61-DC1F703A60B9}" srcOrd="0" destOrd="5" presId="urn:microsoft.com/office/officeart/2005/8/layout/vList2"/>
    <dgm:cxn modelId="{2B146277-F574-4FF0-830F-10E7CEE0923D}" type="presOf" srcId="{10F66140-4B97-48D7-B83F-77D891BE3A90}" destId="{A9C62059-AC4B-4767-BA61-DC1F703A60B9}" srcOrd="0" destOrd="0" presId="urn:microsoft.com/office/officeart/2005/8/layout/vList2"/>
    <dgm:cxn modelId="{92E73285-06C7-4701-9B29-676ED34D2C6A}" type="presOf" srcId="{2E425299-15FF-46C4-9022-924ED26B272F}" destId="{7B874CA0-B673-4CF2-AF9C-1A1644AFA044}" srcOrd="0" destOrd="0" presId="urn:microsoft.com/office/officeart/2005/8/layout/vList2"/>
    <dgm:cxn modelId="{DF2AEF89-3D89-4AE8-A049-6CE91DECDF3F}" type="presOf" srcId="{59773F78-C6B8-429A-8309-6AE820BC50EA}" destId="{A9C62059-AC4B-4767-BA61-DC1F703A60B9}" srcOrd="0" destOrd="1" presId="urn:microsoft.com/office/officeart/2005/8/layout/vList2"/>
    <dgm:cxn modelId="{F63AC2B1-7ABE-431B-B9BE-5EB072CAED1D}" type="presOf" srcId="{F14146EB-50F6-467C-ADAD-13849E7CD7F9}" destId="{A9C62059-AC4B-4767-BA61-DC1F703A60B9}" srcOrd="0" destOrd="3" presId="urn:microsoft.com/office/officeart/2005/8/layout/vList2"/>
    <dgm:cxn modelId="{2DC53DD0-BEF3-4140-81C7-79AE41AF6A1E}" srcId="{72D24F70-0908-4843-B817-DC10577B3097}" destId="{10F66140-4B97-48D7-B83F-77D891BE3A90}" srcOrd="0" destOrd="0" parTransId="{B6615522-2212-447A-9E3E-5BBC68E9A8A5}" sibTransId="{23AE8AD9-3084-4C51-8AEB-18DDC751C5C7}"/>
    <dgm:cxn modelId="{FAA0FCF4-4385-4114-BDBA-81DFA7119FF7}" srcId="{72D24F70-0908-4843-B817-DC10577B3097}" destId="{6BD0A060-B79B-4C4C-B54D-1561F564B3FE}" srcOrd="5" destOrd="0" parTransId="{999B7914-06E4-47D8-875D-3A343F729482}" sibTransId="{869DE11A-2A02-463C-A394-7E55AABD36EE}"/>
    <dgm:cxn modelId="{7E5550FB-86BE-4DFB-AD32-1D548E373AED}" srcId="{2E425299-15FF-46C4-9022-924ED26B272F}" destId="{72D24F70-0908-4843-B817-DC10577B3097}" srcOrd="0" destOrd="0" parTransId="{3E97ED7A-4597-473B-8212-7CAD85AC023C}" sibTransId="{DEFF50B3-86CF-4A18-B119-36E9D0632B0E}"/>
    <dgm:cxn modelId="{CE19A5FF-C499-40E5-B081-E79D78E0D915}" srcId="{72D24F70-0908-4843-B817-DC10577B3097}" destId="{518B94F0-99A5-4B57-A47B-5B5B95F10EE6}" srcOrd="2" destOrd="0" parTransId="{2C760259-ADAE-4953-8170-60A2E72BE70B}" sibTransId="{BEB3DAC6-1E1A-468C-9D1C-FAA7F701F635}"/>
    <dgm:cxn modelId="{8359C3FE-58F0-4F95-9AEF-BD08C263E9BD}" type="presParOf" srcId="{7B874CA0-B673-4CF2-AF9C-1A1644AFA044}" destId="{51144A1C-B402-4D29-B1CF-C3FAD0C46C5A}" srcOrd="0" destOrd="0" presId="urn:microsoft.com/office/officeart/2005/8/layout/vList2"/>
    <dgm:cxn modelId="{5019AF38-20A0-4978-BF57-9C836418D361}" type="presParOf" srcId="{7B874CA0-B673-4CF2-AF9C-1A1644AFA044}" destId="{A9C62059-AC4B-4767-BA61-DC1F703A60B9}"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D7AF4C-CF24-4EA8-A025-0C949FBE3740}"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2CE48CB9-1AE8-4913-B770-70C91B552F0F}">
      <dgm:prSet/>
      <dgm:spPr/>
      <dgm:t>
        <a:bodyPr/>
        <a:lstStyle/>
        <a:p>
          <a:r>
            <a:rPr lang="en-GB" b="1"/>
            <a:t>Login System</a:t>
          </a:r>
          <a:r>
            <a:rPr lang="en-GB"/>
            <a:t> </a:t>
          </a:r>
          <a:endParaRPr lang="en-US"/>
        </a:p>
      </dgm:t>
    </dgm:pt>
    <dgm:pt modelId="{02DD90A3-68DB-44D9-A011-2D56B447A251}" type="parTrans" cxnId="{0A780F7F-DD5F-4583-8CD7-04CC78D7A11A}">
      <dgm:prSet/>
      <dgm:spPr/>
      <dgm:t>
        <a:bodyPr/>
        <a:lstStyle/>
        <a:p>
          <a:endParaRPr lang="en-US"/>
        </a:p>
      </dgm:t>
    </dgm:pt>
    <dgm:pt modelId="{597E5199-F399-4915-9816-653228D74E9E}" type="sibTrans" cxnId="{0A780F7F-DD5F-4583-8CD7-04CC78D7A11A}">
      <dgm:prSet/>
      <dgm:spPr/>
      <dgm:t>
        <a:bodyPr/>
        <a:lstStyle/>
        <a:p>
          <a:endParaRPr lang="en-US"/>
        </a:p>
      </dgm:t>
    </dgm:pt>
    <dgm:pt modelId="{0E763B7C-8984-47D2-A38C-755BF9A614EB}">
      <dgm:prSet/>
      <dgm:spPr/>
      <dgm:t>
        <a:bodyPr/>
        <a:lstStyle/>
        <a:p>
          <a:r>
            <a:rPr lang="en-GB"/>
            <a:t>Secure login for both patients and doctors with unique usernames and passwords. </a:t>
          </a:r>
          <a:endParaRPr lang="en-US"/>
        </a:p>
      </dgm:t>
    </dgm:pt>
    <dgm:pt modelId="{D359F8B0-A6BD-4FE6-9F15-8D99CF6C8616}" type="parTrans" cxnId="{F4CA62B3-5E08-482B-99C8-C8C156154B4C}">
      <dgm:prSet/>
      <dgm:spPr/>
      <dgm:t>
        <a:bodyPr/>
        <a:lstStyle/>
        <a:p>
          <a:endParaRPr lang="en-US"/>
        </a:p>
      </dgm:t>
    </dgm:pt>
    <dgm:pt modelId="{0F79747F-E67A-4B88-BB7C-735B46D997A7}" type="sibTrans" cxnId="{F4CA62B3-5E08-482B-99C8-C8C156154B4C}">
      <dgm:prSet/>
      <dgm:spPr/>
      <dgm:t>
        <a:bodyPr/>
        <a:lstStyle/>
        <a:p>
          <a:endParaRPr lang="en-US"/>
        </a:p>
      </dgm:t>
    </dgm:pt>
    <dgm:pt modelId="{4884B04D-0333-406A-B7BD-11518DF4DC67}">
      <dgm:prSet/>
      <dgm:spPr/>
      <dgm:t>
        <a:bodyPr/>
        <a:lstStyle/>
        <a:p>
          <a:r>
            <a:rPr lang="en-GB" b="1"/>
            <a:t>Patient Dashboard</a:t>
          </a:r>
          <a:r>
            <a:rPr lang="en-GB"/>
            <a:t> </a:t>
          </a:r>
          <a:endParaRPr lang="en-US"/>
        </a:p>
      </dgm:t>
    </dgm:pt>
    <dgm:pt modelId="{A5DFC034-259F-411C-AF24-6E099B5A8111}" type="parTrans" cxnId="{CF5416BF-823B-4D02-BA26-7670A454710F}">
      <dgm:prSet/>
      <dgm:spPr/>
      <dgm:t>
        <a:bodyPr/>
        <a:lstStyle/>
        <a:p>
          <a:endParaRPr lang="en-US"/>
        </a:p>
      </dgm:t>
    </dgm:pt>
    <dgm:pt modelId="{1600226C-A865-460A-B873-9AD470AAFCBD}" type="sibTrans" cxnId="{CF5416BF-823B-4D02-BA26-7670A454710F}">
      <dgm:prSet/>
      <dgm:spPr/>
      <dgm:t>
        <a:bodyPr/>
        <a:lstStyle/>
        <a:p>
          <a:endParaRPr lang="en-US"/>
        </a:p>
      </dgm:t>
    </dgm:pt>
    <dgm:pt modelId="{364AE945-DFA0-4248-9A7B-3A72A6ED07BE}">
      <dgm:prSet/>
      <dgm:spPr/>
      <dgm:t>
        <a:bodyPr/>
        <a:lstStyle/>
        <a:p>
          <a:r>
            <a:rPr lang="en-GB"/>
            <a:t>Enter personal details: Name, Age, Place, Health Issue. </a:t>
          </a:r>
          <a:endParaRPr lang="en-US"/>
        </a:p>
      </dgm:t>
    </dgm:pt>
    <dgm:pt modelId="{6117F7B9-470F-476A-BDF7-496DCA3FEF56}" type="parTrans" cxnId="{6DAEFAF2-06AB-4691-B805-043F5489D1FE}">
      <dgm:prSet/>
      <dgm:spPr/>
      <dgm:t>
        <a:bodyPr/>
        <a:lstStyle/>
        <a:p>
          <a:endParaRPr lang="en-US"/>
        </a:p>
      </dgm:t>
    </dgm:pt>
    <dgm:pt modelId="{530093F5-E522-47AC-8A2C-6DAD203D0176}" type="sibTrans" cxnId="{6DAEFAF2-06AB-4691-B805-043F5489D1FE}">
      <dgm:prSet/>
      <dgm:spPr/>
      <dgm:t>
        <a:bodyPr/>
        <a:lstStyle/>
        <a:p>
          <a:endParaRPr lang="en-US"/>
        </a:p>
      </dgm:t>
    </dgm:pt>
    <dgm:pt modelId="{695C66B6-FFC2-441A-9408-0F169533B9C6}">
      <dgm:prSet/>
      <dgm:spPr/>
      <dgm:t>
        <a:bodyPr/>
        <a:lstStyle/>
        <a:p>
          <a:r>
            <a:rPr lang="en-GB"/>
            <a:t>Book appointments with selected doctors. </a:t>
          </a:r>
          <a:endParaRPr lang="en-US"/>
        </a:p>
      </dgm:t>
    </dgm:pt>
    <dgm:pt modelId="{6CD38431-F748-4289-98F0-D5A97AB4BBC0}" type="parTrans" cxnId="{9D9F2C29-755D-4F24-AB86-78A1AF211741}">
      <dgm:prSet/>
      <dgm:spPr/>
      <dgm:t>
        <a:bodyPr/>
        <a:lstStyle/>
        <a:p>
          <a:endParaRPr lang="en-US"/>
        </a:p>
      </dgm:t>
    </dgm:pt>
    <dgm:pt modelId="{3D460272-AD5B-4FBA-8627-3D28392E01DF}" type="sibTrans" cxnId="{9D9F2C29-755D-4F24-AB86-78A1AF211741}">
      <dgm:prSet/>
      <dgm:spPr/>
      <dgm:t>
        <a:bodyPr/>
        <a:lstStyle/>
        <a:p>
          <a:endParaRPr lang="en-US"/>
        </a:p>
      </dgm:t>
    </dgm:pt>
    <dgm:pt modelId="{071B78AD-A5DA-4194-BA35-AF2C09A49B53}">
      <dgm:prSet/>
      <dgm:spPr/>
      <dgm:t>
        <a:bodyPr/>
        <a:lstStyle/>
        <a:p>
          <a:r>
            <a:rPr lang="en-GB"/>
            <a:t>View all upcoming appointments. </a:t>
          </a:r>
          <a:endParaRPr lang="en-US"/>
        </a:p>
      </dgm:t>
    </dgm:pt>
    <dgm:pt modelId="{486D2E4C-4493-45AA-8A41-DA50D4727BA8}" type="parTrans" cxnId="{A09534F2-95E5-45C5-98F7-1B7FD9FCE8C4}">
      <dgm:prSet/>
      <dgm:spPr/>
      <dgm:t>
        <a:bodyPr/>
        <a:lstStyle/>
        <a:p>
          <a:endParaRPr lang="en-US"/>
        </a:p>
      </dgm:t>
    </dgm:pt>
    <dgm:pt modelId="{CCCE7DE3-D104-4024-B071-642B1084F132}" type="sibTrans" cxnId="{A09534F2-95E5-45C5-98F7-1B7FD9FCE8C4}">
      <dgm:prSet/>
      <dgm:spPr/>
      <dgm:t>
        <a:bodyPr/>
        <a:lstStyle/>
        <a:p>
          <a:endParaRPr lang="en-US"/>
        </a:p>
      </dgm:t>
    </dgm:pt>
    <dgm:pt modelId="{D50A97A8-7955-4417-B464-A21C0E753FC4}">
      <dgm:prSet/>
      <dgm:spPr/>
      <dgm:t>
        <a:bodyPr/>
        <a:lstStyle/>
        <a:p>
          <a:r>
            <a:rPr lang="en-GB" b="1"/>
            <a:t>Doctor Dashboard</a:t>
          </a:r>
          <a:r>
            <a:rPr lang="en-GB"/>
            <a:t> </a:t>
          </a:r>
          <a:endParaRPr lang="en-US"/>
        </a:p>
      </dgm:t>
    </dgm:pt>
    <dgm:pt modelId="{404F00A5-54A8-4EF1-8EE5-4353ED5BF726}" type="parTrans" cxnId="{6435AA72-D6F2-448E-856B-B5F74F2799BD}">
      <dgm:prSet/>
      <dgm:spPr/>
      <dgm:t>
        <a:bodyPr/>
        <a:lstStyle/>
        <a:p>
          <a:endParaRPr lang="en-US"/>
        </a:p>
      </dgm:t>
    </dgm:pt>
    <dgm:pt modelId="{4D0F4D94-21EE-4565-B3BD-6579E2530CB9}" type="sibTrans" cxnId="{6435AA72-D6F2-448E-856B-B5F74F2799BD}">
      <dgm:prSet/>
      <dgm:spPr/>
      <dgm:t>
        <a:bodyPr/>
        <a:lstStyle/>
        <a:p>
          <a:endParaRPr lang="en-US"/>
        </a:p>
      </dgm:t>
    </dgm:pt>
    <dgm:pt modelId="{31843706-54EB-4502-9745-AE64B250CA3D}">
      <dgm:prSet/>
      <dgm:spPr/>
      <dgm:t>
        <a:bodyPr/>
        <a:lstStyle/>
        <a:p>
          <a:r>
            <a:rPr lang="en-GB"/>
            <a:t>View schedule of appointments. </a:t>
          </a:r>
          <a:endParaRPr lang="en-US"/>
        </a:p>
      </dgm:t>
    </dgm:pt>
    <dgm:pt modelId="{964E7492-1348-4725-B9D5-FB84CF1ACD8C}" type="parTrans" cxnId="{437B4114-4D45-4616-96AA-2B4D1D8E6A7E}">
      <dgm:prSet/>
      <dgm:spPr/>
      <dgm:t>
        <a:bodyPr/>
        <a:lstStyle/>
        <a:p>
          <a:endParaRPr lang="en-US"/>
        </a:p>
      </dgm:t>
    </dgm:pt>
    <dgm:pt modelId="{6F7D8184-A7E5-4299-B516-B89CFACE23DA}" type="sibTrans" cxnId="{437B4114-4D45-4616-96AA-2B4D1D8E6A7E}">
      <dgm:prSet/>
      <dgm:spPr/>
      <dgm:t>
        <a:bodyPr/>
        <a:lstStyle/>
        <a:p>
          <a:endParaRPr lang="en-US"/>
        </a:p>
      </dgm:t>
    </dgm:pt>
    <dgm:pt modelId="{676A5699-528E-4E2A-AB94-0D106836771F}">
      <dgm:prSet/>
      <dgm:spPr/>
      <dgm:t>
        <a:bodyPr/>
        <a:lstStyle/>
        <a:p>
          <a:r>
            <a:rPr lang="en-GB"/>
            <a:t>Access detailed patient information for each appointment. </a:t>
          </a:r>
          <a:endParaRPr lang="en-US"/>
        </a:p>
      </dgm:t>
    </dgm:pt>
    <dgm:pt modelId="{2CBAEB41-4726-4070-8A5E-EB102AC17A0A}" type="parTrans" cxnId="{E66F4ED8-9695-42BC-9A50-9B56122702EB}">
      <dgm:prSet/>
      <dgm:spPr/>
      <dgm:t>
        <a:bodyPr/>
        <a:lstStyle/>
        <a:p>
          <a:endParaRPr lang="en-US"/>
        </a:p>
      </dgm:t>
    </dgm:pt>
    <dgm:pt modelId="{B0444C2D-B720-4482-AA91-DD08B6BACA89}" type="sibTrans" cxnId="{E66F4ED8-9695-42BC-9A50-9B56122702EB}">
      <dgm:prSet/>
      <dgm:spPr/>
      <dgm:t>
        <a:bodyPr/>
        <a:lstStyle/>
        <a:p>
          <a:endParaRPr lang="en-US"/>
        </a:p>
      </dgm:t>
    </dgm:pt>
    <dgm:pt modelId="{6B14488C-0C62-46A2-A1F4-E068C78CCCD2}">
      <dgm:prSet/>
      <dgm:spPr/>
      <dgm:t>
        <a:bodyPr/>
        <a:lstStyle/>
        <a:p>
          <a:r>
            <a:rPr lang="en-GB" b="1"/>
            <a:t>Appointment Management</a:t>
          </a:r>
          <a:r>
            <a:rPr lang="en-GB"/>
            <a:t> </a:t>
          </a:r>
          <a:endParaRPr lang="en-US"/>
        </a:p>
      </dgm:t>
    </dgm:pt>
    <dgm:pt modelId="{AE730706-1B34-40ED-9BAA-2D4386BBC3B0}" type="parTrans" cxnId="{0BAAA1FD-D063-458A-9D79-E5B6405B55A1}">
      <dgm:prSet/>
      <dgm:spPr/>
      <dgm:t>
        <a:bodyPr/>
        <a:lstStyle/>
        <a:p>
          <a:endParaRPr lang="en-US"/>
        </a:p>
      </dgm:t>
    </dgm:pt>
    <dgm:pt modelId="{0CC839A3-C8C9-4145-9A4A-1040815A9EC6}" type="sibTrans" cxnId="{0BAAA1FD-D063-458A-9D79-E5B6405B55A1}">
      <dgm:prSet/>
      <dgm:spPr/>
      <dgm:t>
        <a:bodyPr/>
        <a:lstStyle/>
        <a:p>
          <a:endParaRPr lang="en-US"/>
        </a:p>
      </dgm:t>
    </dgm:pt>
    <dgm:pt modelId="{DBEF8476-D43C-4E32-86E3-59EE3967804E}">
      <dgm:prSet/>
      <dgm:spPr/>
      <dgm:t>
        <a:bodyPr/>
        <a:lstStyle/>
        <a:p>
          <a:r>
            <a:rPr lang="en-GB"/>
            <a:t>Prevents double booking for doctors. </a:t>
          </a:r>
          <a:endParaRPr lang="en-US"/>
        </a:p>
      </dgm:t>
    </dgm:pt>
    <dgm:pt modelId="{AE546566-9EC3-45C1-BF06-A6E67459292D}" type="parTrans" cxnId="{467328D2-70C8-424A-98D2-01E4D5D76E04}">
      <dgm:prSet/>
      <dgm:spPr/>
      <dgm:t>
        <a:bodyPr/>
        <a:lstStyle/>
        <a:p>
          <a:endParaRPr lang="en-US"/>
        </a:p>
      </dgm:t>
    </dgm:pt>
    <dgm:pt modelId="{BA5FA691-1ECB-47F2-8630-193F2FF38539}" type="sibTrans" cxnId="{467328D2-70C8-424A-98D2-01E4D5D76E04}">
      <dgm:prSet/>
      <dgm:spPr/>
      <dgm:t>
        <a:bodyPr/>
        <a:lstStyle/>
        <a:p>
          <a:endParaRPr lang="en-US"/>
        </a:p>
      </dgm:t>
    </dgm:pt>
    <dgm:pt modelId="{5BFCADB0-6FFF-4E47-B5A0-E1DC2CFA9CD0}">
      <dgm:prSet/>
      <dgm:spPr/>
      <dgm:t>
        <a:bodyPr/>
        <a:lstStyle/>
        <a:p>
          <a:r>
            <a:rPr lang="en-GB"/>
            <a:t>Allows patients to select convenient date and time. </a:t>
          </a:r>
          <a:endParaRPr lang="en-US"/>
        </a:p>
      </dgm:t>
    </dgm:pt>
    <dgm:pt modelId="{13658F72-49E4-4CA2-962B-DDCA44111A6B}" type="parTrans" cxnId="{F48E90B9-F7C7-43BF-B50F-4193370B11BB}">
      <dgm:prSet/>
      <dgm:spPr/>
      <dgm:t>
        <a:bodyPr/>
        <a:lstStyle/>
        <a:p>
          <a:endParaRPr lang="en-US"/>
        </a:p>
      </dgm:t>
    </dgm:pt>
    <dgm:pt modelId="{23F7C690-A2B8-44D1-8233-1F938E4F0ED7}" type="sibTrans" cxnId="{F48E90B9-F7C7-43BF-B50F-4193370B11BB}">
      <dgm:prSet/>
      <dgm:spPr/>
      <dgm:t>
        <a:bodyPr/>
        <a:lstStyle/>
        <a:p>
          <a:endParaRPr lang="en-US"/>
        </a:p>
      </dgm:t>
    </dgm:pt>
    <dgm:pt modelId="{269A10C4-6325-49E4-B7A1-D98E36C21AF0}">
      <dgm:prSet/>
      <dgm:spPr/>
      <dgm:t>
        <a:bodyPr/>
        <a:lstStyle/>
        <a:p>
          <a:r>
            <a:rPr lang="en-GB" b="1"/>
            <a:t>Dynamic Front-End</a:t>
          </a:r>
          <a:r>
            <a:rPr lang="en-GB"/>
            <a:t> </a:t>
          </a:r>
          <a:endParaRPr lang="en-US"/>
        </a:p>
      </dgm:t>
    </dgm:pt>
    <dgm:pt modelId="{4759A57C-495F-48F4-8A9A-8176F408F1FC}" type="parTrans" cxnId="{FD673898-1B5F-4F20-AA9A-2B9F98E4E9E3}">
      <dgm:prSet/>
      <dgm:spPr/>
      <dgm:t>
        <a:bodyPr/>
        <a:lstStyle/>
        <a:p>
          <a:endParaRPr lang="en-US"/>
        </a:p>
      </dgm:t>
    </dgm:pt>
    <dgm:pt modelId="{48DF4D86-BF22-493E-90BC-E8616A21B376}" type="sibTrans" cxnId="{FD673898-1B5F-4F20-AA9A-2B9F98E4E9E3}">
      <dgm:prSet/>
      <dgm:spPr/>
      <dgm:t>
        <a:bodyPr/>
        <a:lstStyle/>
        <a:p>
          <a:endParaRPr lang="en-US"/>
        </a:p>
      </dgm:t>
    </dgm:pt>
    <dgm:pt modelId="{DE22D152-6F8E-488D-90FD-C9CAB71F02E8}">
      <dgm:prSet/>
      <dgm:spPr/>
      <dgm:t>
        <a:bodyPr/>
        <a:lstStyle/>
        <a:p>
          <a:r>
            <a:rPr lang="en-GB"/>
            <a:t>User-friendly web interface with responsive design and background styling. </a:t>
          </a:r>
          <a:endParaRPr lang="en-US"/>
        </a:p>
      </dgm:t>
    </dgm:pt>
    <dgm:pt modelId="{CE8EE6DD-AC69-4828-8020-28AABAF8D8D0}" type="parTrans" cxnId="{47072ECA-C866-4FB0-84F0-E2D4DCEACA31}">
      <dgm:prSet/>
      <dgm:spPr/>
      <dgm:t>
        <a:bodyPr/>
        <a:lstStyle/>
        <a:p>
          <a:endParaRPr lang="en-US"/>
        </a:p>
      </dgm:t>
    </dgm:pt>
    <dgm:pt modelId="{73F524D8-07C1-48E1-8B5E-BAA633898F53}" type="sibTrans" cxnId="{47072ECA-C866-4FB0-84F0-E2D4DCEACA31}">
      <dgm:prSet/>
      <dgm:spPr/>
      <dgm:t>
        <a:bodyPr/>
        <a:lstStyle/>
        <a:p>
          <a:endParaRPr lang="en-US"/>
        </a:p>
      </dgm:t>
    </dgm:pt>
    <dgm:pt modelId="{63DF682E-1AC1-444E-851B-684FCD2295E1}">
      <dgm:prSet/>
      <dgm:spPr/>
      <dgm:t>
        <a:bodyPr/>
        <a:lstStyle/>
        <a:p>
          <a:r>
            <a:rPr lang="en-GB" b="1"/>
            <a:t>Future Ready</a:t>
          </a:r>
          <a:r>
            <a:rPr lang="en-GB"/>
            <a:t> </a:t>
          </a:r>
          <a:endParaRPr lang="en-US"/>
        </a:p>
      </dgm:t>
    </dgm:pt>
    <dgm:pt modelId="{C8B2D89B-97F7-4772-A822-19D3E4352B5E}" type="parTrans" cxnId="{474A67AF-1963-4235-8033-B2AFA35BE494}">
      <dgm:prSet/>
      <dgm:spPr/>
      <dgm:t>
        <a:bodyPr/>
        <a:lstStyle/>
        <a:p>
          <a:endParaRPr lang="en-US"/>
        </a:p>
      </dgm:t>
    </dgm:pt>
    <dgm:pt modelId="{A51D8E6F-CF4E-46E7-8F3E-6BCF53B7E89C}" type="sibTrans" cxnId="{474A67AF-1963-4235-8033-B2AFA35BE494}">
      <dgm:prSet/>
      <dgm:spPr/>
      <dgm:t>
        <a:bodyPr/>
        <a:lstStyle/>
        <a:p>
          <a:endParaRPr lang="en-US"/>
        </a:p>
      </dgm:t>
    </dgm:pt>
    <dgm:pt modelId="{748B8366-27ED-4633-A23D-EAE1782AAAD9}">
      <dgm:prSet/>
      <dgm:spPr/>
      <dgm:t>
        <a:bodyPr/>
        <a:lstStyle/>
        <a:p>
          <a:r>
            <a:rPr lang="en-GB"/>
            <a:t>Can be extended to a full-stack system with database support for persistence.</a:t>
          </a:r>
          <a:endParaRPr lang="en-US"/>
        </a:p>
      </dgm:t>
    </dgm:pt>
    <dgm:pt modelId="{5A1AE2CD-BE93-4010-870C-CC240B0A7A6F}" type="parTrans" cxnId="{7BF7E80C-5629-460D-BE4F-A744FA5B58BD}">
      <dgm:prSet/>
      <dgm:spPr/>
      <dgm:t>
        <a:bodyPr/>
        <a:lstStyle/>
        <a:p>
          <a:endParaRPr lang="en-US"/>
        </a:p>
      </dgm:t>
    </dgm:pt>
    <dgm:pt modelId="{AA198D0F-05D6-4888-8376-1A6B16519F80}" type="sibTrans" cxnId="{7BF7E80C-5629-460D-BE4F-A744FA5B58BD}">
      <dgm:prSet/>
      <dgm:spPr/>
      <dgm:t>
        <a:bodyPr/>
        <a:lstStyle/>
        <a:p>
          <a:endParaRPr lang="en-US"/>
        </a:p>
      </dgm:t>
    </dgm:pt>
    <dgm:pt modelId="{54125533-401F-4B75-B803-FDDCD5B84425}" type="pres">
      <dgm:prSet presAssocID="{FDD7AF4C-CF24-4EA8-A025-0C949FBE3740}" presName="root" presStyleCnt="0">
        <dgm:presLayoutVars>
          <dgm:dir/>
          <dgm:resizeHandles val="exact"/>
        </dgm:presLayoutVars>
      </dgm:prSet>
      <dgm:spPr/>
    </dgm:pt>
    <dgm:pt modelId="{C5FCA407-5F3D-4073-A182-53CDE4A8E89D}" type="pres">
      <dgm:prSet presAssocID="{2CE48CB9-1AE8-4913-B770-70C91B552F0F}" presName="compNode" presStyleCnt="0"/>
      <dgm:spPr/>
    </dgm:pt>
    <dgm:pt modelId="{BADDB267-6F4C-4E64-A9AE-17BAF7123CDB}" type="pres">
      <dgm:prSet presAssocID="{2CE48CB9-1AE8-4913-B770-70C91B552F0F}" presName="bgRect" presStyleLbl="bgShp" presStyleIdx="0" presStyleCnt="6"/>
      <dgm:spPr/>
    </dgm:pt>
    <dgm:pt modelId="{9C3FDC8A-0F28-4C07-9DD8-F825B8C50561}" type="pres">
      <dgm:prSet presAssocID="{2CE48CB9-1AE8-4913-B770-70C91B552F0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BC814D2A-5F63-46F7-BB14-642FB7BBB7E5}" type="pres">
      <dgm:prSet presAssocID="{2CE48CB9-1AE8-4913-B770-70C91B552F0F}" presName="spaceRect" presStyleCnt="0"/>
      <dgm:spPr/>
    </dgm:pt>
    <dgm:pt modelId="{33798EAD-E220-46EB-9424-FB9B4D2E9065}" type="pres">
      <dgm:prSet presAssocID="{2CE48CB9-1AE8-4913-B770-70C91B552F0F}" presName="parTx" presStyleLbl="revTx" presStyleIdx="0" presStyleCnt="12">
        <dgm:presLayoutVars>
          <dgm:chMax val="0"/>
          <dgm:chPref val="0"/>
        </dgm:presLayoutVars>
      </dgm:prSet>
      <dgm:spPr/>
    </dgm:pt>
    <dgm:pt modelId="{41AA8F5F-CEFF-4095-A56E-B40E77CAF1A0}" type="pres">
      <dgm:prSet presAssocID="{2CE48CB9-1AE8-4913-B770-70C91B552F0F}" presName="desTx" presStyleLbl="revTx" presStyleIdx="1" presStyleCnt="12">
        <dgm:presLayoutVars/>
      </dgm:prSet>
      <dgm:spPr/>
    </dgm:pt>
    <dgm:pt modelId="{4974AB3C-C879-4628-9276-758B3B9B764F}" type="pres">
      <dgm:prSet presAssocID="{597E5199-F399-4915-9816-653228D74E9E}" presName="sibTrans" presStyleCnt="0"/>
      <dgm:spPr/>
    </dgm:pt>
    <dgm:pt modelId="{87BA65DD-219A-4E32-9E6C-41168E18CF0B}" type="pres">
      <dgm:prSet presAssocID="{4884B04D-0333-406A-B7BD-11518DF4DC67}" presName="compNode" presStyleCnt="0"/>
      <dgm:spPr/>
    </dgm:pt>
    <dgm:pt modelId="{B7E64375-DBCC-4AE6-9301-96DB85595B21}" type="pres">
      <dgm:prSet presAssocID="{4884B04D-0333-406A-B7BD-11518DF4DC67}" presName="bgRect" presStyleLbl="bgShp" presStyleIdx="1" presStyleCnt="6"/>
      <dgm:spPr/>
    </dgm:pt>
    <dgm:pt modelId="{C5544FFB-9205-4EC6-BBE3-95428B6A639C}" type="pres">
      <dgm:prSet presAssocID="{4884B04D-0333-406A-B7BD-11518DF4DC67}"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ethoscope"/>
        </a:ext>
      </dgm:extLst>
    </dgm:pt>
    <dgm:pt modelId="{A3159B0C-93F6-45DB-B78A-2CC3998BEF25}" type="pres">
      <dgm:prSet presAssocID="{4884B04D-0333-406A-B7BD-11518DF4DC67}" presName="spaceRect" presStyleCnt="0"/>
      <dgm:spPr/>
    </dgm:pt>
    <dgm:pt modelId="{2395474A-D99C-4AF8-95B1-5B85EEF1EE6F}" type="pres">
      <dgm:prSet presAssocID="{4884B04D-0333-406A-B7BD-11518DF4DC67}" presName="parTx" presStyleLbl="revTx" presStyleIdx="2" presStyleCnt="12">
        <dgm:presLayoutVars>
          <dgm:chMax val="0"/>
          <dgm:chPref val="0"/>
        </dgm:presLayoutVars>
      </dgm:prSet>
      <dgm:spPr/>
    </dgm:pt>
    <dgm:pt modelId="{7472FB35-7545-4D56-A9F5-9726D440046B}" type="pres">
      <dgm:prSet presAssocID="{4884B04D-0333-406A-B7BD-11518DF4DC67}" presName="desTx" presStyleLbl="revTx" presStyleIdx="3" presStyleCnt="12">
        <dgm:presLayoutVars/>
      </dgm:prSet>
      <dgm:spPr/>
    </dgm:pt>
    <dgm:pt modelId="{76800B60-67FD-498A-82BF-64BFEDD5AE30}" type="pres">
      <dgm:prSet presAssocID="{1600226C-A865-460A-B873-9AD470AAFCBD}" presName="sibTrans" presStyleCnt="0"/>
      <dgm:spPr/>
    </dgm:pt>
    <dgm:pt modelId="{6E289292-5544-44FB-AD4A-E1E0B4D6E03B}" type="pres">
      <dgm:prSet presAssocID="{D50A97A8-7955-4417-B464-A21C0E753FC4}" presName="compNode" presStyleCnt="0"/>
      <dgm:spPr/>
    </dgm:pt>
    <dgm:pt modelId="{BEC99DED-975A-41FD-8125-0D50A7267313}" type="pres">
      <dgm:prSet presAssocID="{D50A97A8-7955-4417-B464-A21C0E753FC4}" presName="bgRect" presStyleLbl="bgShp" presStyleIdx="2" presStyleCnt="6"/>
      <dgm:spPr/>
    </dgm:pt>
    <dgm:pt modelId="{B4B88E21-C151-46EE-8F18-F79F03139BCB}" type="pres">
      <dgm:prSet presAssocID="{D50A97A8-7955-4417-B464-A21C0E753FC4}"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ily Calendar"/>
        </a:ext>
      </dgm:extLst>
    </dgm:pt>
    <dgm:pt modelId="{57310F2C-F7D0-4B51-BD6E-65C9882F5A38}" type="pres">
      <dgm:prSet presAssocID="{D50A97A8-7955-4417-B464-A21C0E753FC4}" presName="spaceRect" presStyleCnt="0"/>
      <dgm:spPr/>
    </dgm:pt>
    <dgm:pt modelId="{8620834E-0470-49AD-8246-E77C639597DC}" type="pres">
      <dgm:prSet presAssocID="{D50A97A8-7955-4417-B464-A21C0E753FC4}" presName="parTx" presStyleLbl="revTx" presStyleIdx="4" presStyleCnt="12">
        <dgm:presLayoutVars>
          <dgm:chMax val="0"/>
          <dgm:chPref val="0"/>
        </dgm:presLayoutVars>
      </dgm:prSet>
      <dgm:spPr/>
    </dgm:pt>
    <dgm:pt modelId="{D55E1838-6E35-4224-8BE7-D5E76AE241CC}" type="pres">
      <dgm:prSet presAssocID="{D50A97A8-7955-4417-B464-A21C0E753FC4}" presName="desTx" presStyleLbl="revTx" presStyleIdx="5" presStyleCnt="12">
        <dgm:presLayoutVars/>
      </dgm:prSet>
      <dgm:spPr/>
    </dgm:pt>
    <dgm:pt modelId="{00126945-0A89-4A47-BCF4-E58A8C0F5839}" type="pres">
      <dgm:prSet presAssocID="{4D0F4D94-21EE-4565-B3BD-6579E2530CB9}" presName="sibTrans" presStyleCnt="0"/>
      <dgm:spPr/>
    </dgm:pt>
    <dgm:pt modelId="{099B3329-98DD-406C-ADFD-3D40CBF8B750}" type="pres">
      <dgm:prSet presAssocID="{6B14488C-0C62-46A2-A1F4-E068C78CCCD2}" presName="compNode" presStyleCnt="0"/>
      <dgm:spPr/>
    </dgm:pt>
    <dgm:pt modelId="{D6097D88-28D0-4316-AEC5-A8EB8C432D18}" type="pres">
      <dgm:prSet presAssocID="{6B14488C-0C62-46A2-A1F4-E068C78CCCD2}" presName="bgRect" presStyleLbl="bgShp" presStyleIdx="3" presStyleCnt="6"/>
      <dgm:spPr/>
    </dgm:pt>
    <dgm:pt modelId="{84AF942B-CBAA-49CE-B61C-CFE4F2F1CA40}" type="pres">
      <dgm:prSet presAssocID="{6B14488C-0C62-46A2-A1F4-E068C78CCCD2}"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onthly calendar"/>
        </a:ext>
      </dgm:extLst>
    </dgm:pt>
    <dgm:pt modelId="{68642C53-4758-4D6A-B768-91337E23F0F8}" type="pres">
      <dgm:prSet presAssocID="{6B14488C-0C62-46A2-A1F4-E068C78CCCD2}" presName="spaceRect" presStyleCnt="0"/>
      <dgm:spPr/>
    </dgm:pt>
    <dgm:pt modelId="{C084EE1B-FBA6-40D7-B0EF-827DF646F7F0}" type="pres">
      <dgm:prSet presAssocID="{6B14488C-0C62-46A2-A1F4-E068C78CCCD2}" presName="parTx" presStyleLbl="revTx" presStyleIdx="6" presStyleCnt="12">
        <dgm:presLayoutVars>
          <dgm:chMax val="0"/>
          <dgm:chPref val="0"/>
        </dgm:presLayoutVars>
      </dgm:prSet>
      <dgm:spPr/>
    </dgm:pt>
    <dgm:pt modelId="{E6209767-D1F6-4BBF-8EE5-3EB2236C5B24}" type="pres">
      <dgm:prSet presAssocID="{6B14488C-0C62-46A2-A1F4-E068C78CCCD2}" presName="desTx" presStyleLbl="revTx" presStyleIdx="7" presStyleCnt="12">
        <dgm:presLayoutVars/>
      </dgm:prSet>
      <dgm:spPr/>
    </dgm:pt>
    <dgm:pt modelId="{80EE77BA-42A0-4EB4-9B6E-0AC2B9865310}" type="pres">
      <dgm:prSet presAssocID="{0CC839A3-C8C9-4145-9A4A-1040815A9EC6}" presName="sibTrans" presStyleCnt="0"/>
      <dgm:spPr/>
    </dgm:pt>
    <dgm:pt modelId="{2776B2B9-1A55-4BE0-AAAA-E75C8EE77FD1}" type="pres">
      <dgm:prSet presAssocID="{269A10C4-6325-49E4-B7A1-D98E36C21AF0}" presName="compNode" presStyleCnt="0"/>
      <dgm:spPr/>
    </dgm:pt>
    <dgm:pt modelId="{140F1AEE-3EFB-4F25-AAD6-D8BF00146F7C}" type="pres">
      <dgm:prSet presAssocID="{269A10C4-6325-49E4-B7A1-D98E36C21AF0}" presName="bgRect" presStyleLbl="bgShp" presStyleIdx="4" presStyleCnt="6"/>
      <dgm:spPr/>
    </dgm:pt>
    <dgm:pt modelId="{31DF97FF-8F85-4550-84EC-E89BF1DD1E56}" type="pres">
      <dgm:prSet presAssocID="{269A10C4-6325-49E4-B7A1-D98E36C21AF0}"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Web Design"/>
        </a:ext>
      </dgm:extLst>
    </dgm:pt>
    <dgm:pt modelId="{D50B6AE8-387F-4B7F-A042-504A932DC012}" type="pres">
      <dgm:prSet presAssocID="{269A10C4-6325-49E4-B7A1-D98E36C21AF0}" presName="spaceRect" presStyleCnt="0"/>
      <dgm:spPr/>
    </dgm:pt>
    <dgm:pt modelId="{4EA8A246-418F-4BD0-9A65-788CFB17C467}" type="pres">
      <dgm:prSet presAssocID="{269A10C4-6325-49E4-B7A1-D98E36C21AF0}" presName="parTx" presStyleLbl="revTx" presStyleIdx="8" presStyleCnt="12">
        <dgm:presLayoutVars>
          <dgm:chMax val="0"/>
          <dgm:chPref val="0"/>
        </dgm:presLayoutVars>
      </dgm:prSet>
      <dgm:spPr/>
    </dgm:pt>
    <dgm:pt modelId="{ED7C7DC6-FA98-4481-8B8A-2B67D0F25ABC}" type="pres">
      <dgm:prSet presAssocID="{269A10C4-6325-49E4-B7A1-D98E36C21AF0}" presName="desTx" presStyleLbl="revTx" presStyleIdx="9" presStyleCnt="12">
        <dgm:presLayoutVars/>
      </dgm:prSet>
      <dgm:spPr/>
    </dgm:pt>
    <dgm:pt modelId="{BCD2D34F-30BE-4B64-81FB-1F6D57589D01}" type="pres">
      <dgm:prSet presAssocID="{48DF4D86-BF22-493E-90BC-E8616A21B376}" presName="sibTrans" presStyleCnt="0"/>
      <dgm:spPr/>
    </dgm:pt>
    <dgm:pt modelId="{8B2DCFF7-1B97-4379-BB68-56C1D764D50E}" type="pres">
      <dgm:prSet presAssocID="{63DF682E-1AC1-444E-851B-684FCD2295E1}" presName="compNode" presStyleCnt="0"/>
      <dgm:spPr/>
    </dgm:pt>
    <dgm:pt modelId="{2DB00627-5143-422F-9D29-7BC22CB55CFE}" type="pres">
      <dgm:prSet presAssocID="{63DF682E-1AC1-444E-851B-684FCD2295E1}" presName="bgRect" presStyleLbl="bgShp" presStyleIdx="5" presStyleCnt="6"/>
      <dgm:spPr/>
    </dgm:pt>
    <dgm:pt modelId="{1973B920-9423-4192-8F29-8165257E2414}" type="pres">
      <dgm:prSet presAssocID="{63DF682E-1AC1-444E-851B-684FCD2295E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Syncing Cloud"/>
        </a:ext>
      </dgm:extLst>
    </dgm:pt>
    <dgm:pt modelId="{8A81CCB5-1519-4722-BB6F-AF4FBFA00865}" type="pres">
      <dgm:prSet presAssocID="{63DF682E-1AC1-444E-851B-684FCD2295E1}" presName="spaceRect" presStyleCnt="0"/>
      <dgm:spPr/>
    </dgm:pt>
    <dgm:pt modelId="{5CF111B0-DA4F-4355-B781-93CF45170887}" type="pres">
      <dgm:prSet presAssocID="{63DF682E-1AC1-444E-851B-684FCD2295E1}" presName="parTx" presStyleLbl="revTx" presStyleIdx="10" presStyleCnt="12">
        <dgm:presLayoutVars>
          <dgm:chMax val="0"/>
          <dgm:chPref val="0"/>
        </dgm:presLayoutVars>
      </dgm:prSet>
      <dgm:spPr/>
    </dgm:pt>
    <dgm:pt modelId="{F0F87C2B-D564-4306-A3EF-ADB6D1EFC49B}" type="pres">
      <dgm:prSet presAssocID="{63DF682E-1AC1-444E-851B-684FCD2295E1}" presName="desTx" presStyleLbl="revTx" presStyleIdx="11" presStyleCnt="12">
        <dgm:presLayoutVars/>
      </dgm:prSet>
      <dgm:spPr/>
    </dgm:pt>
  </dgm:ptLst>
  <dgm:cxnLst>
    <dgm:cxn modelId="{7BF7E80C-5629-460D-BE4F-A744FA5B58BD}" srcId="{63DF682E-1AC1-444E-851B-684FCD2295E1}" destId="{748B8366-27ED-4633-A23D-EAE1782AAAD9}" srcOrd="0" destOrd="0" parTransId="{5A1AE2CD-BE93-4010-870C-CC240B0A7A6F}" sibTransId="{AA198D0F-05D6-4888-8376-1A6B16519F80}"/>
    <dgm:cxn modelId="{03DB4C0F-576D-42C4-9491-E08E000F122A}" type="presOf" srcId="{6B14488C-0C62-46A2-A1F4-E068C78CCCD2}" destId="{C084EE1B-FBA6-40D7-B0EF-827DF646F7F0}" srcOrd="0" destOrd="0" presId="urn:microsoft.com/office/officeart/2018/2/layout/IconVerticalSolidList"/>
    <dgm:cxn modelId="{437B4114-4D45-4616-96AA-2B4D1D8E6A7E}" srcId="{D50A97A8-7955-4417-B464-A21C0E753FC4}" destId="{31843706-54EB-4502-9745-AE64B250CA3D}" srcOrd="0" destOrd="0" parTransId="{964E7492-1348-4725-B9D5-FB84CF1ACD8C}" sibTransId="{6F7D8184-A7E5-4299-B516-B89CFACE23DA}"/>
    <dgm:cxn modelId="{983C1C1F-AC0A-44DA-8644-7E73A14979B4}" type="presOf" srcId="{0E763B7C-8984-47D2-A38C-755BF9A614EB}" destId="{41AA8F5F-CEFF-4095-A56E-B40E77CAF1A0}" srcOrd="0" destOrd="0" presId="urn:microsoft.com/office/officeart/2018/2/layout/IconVerticalSolidList"/>
    <dgm:cxn modelId="{FC78D124-267B-4FE7-9132-F632EB31AAEA}" type="presOf" srcId="{31843706-54EB-4502-9745-AE64B250CA3D}" destId="{D55E1838-6E35-4224-8BE7-D5E76AE241CC}" srcOrd="0" destOrd="0" presId="urn:microsoft.com/office/officeart/2018/2/layout/IconVerticalSolidList"/>
    <dgm:cxn modelId="{9D9F2C29-755D-4F24-AB86-78A1AF211741}" srcId="{4884B04D-0333-406A-B7BD-11518DF4DC67}" destId="{695C66B6-FFC2-441A-9408-0F169533B9C6}" srcOrd="1" destOrd="0" parTransId="{6CD38431-F748-4289-98F0-D5A97AB4BBC0}" sibTransId="{3D460272-AD5B-4FBA-8627-3D28392E01DF}"/>
    <dgm:cxn modelId="{F6106D29-E39A-42EF-ACEE-A42944F754FF}" type="presOf" srcId="{748B8366-27ED-4633-A23D-EAE1782AAAD9}" destId="{F0F87C2B-D564-4306-A3EF-ADB6D1EFC49B}" srcOrd="0" destOrd="0" presId="urn:microsoft.com/office/officeart/2018/2/layout/IconVerticalSolidList"/>
    <dgm:cxn modelId="{5E82E932-6EA2-416A-966A-B546D961B48D}" type="presOf" srcId="{4884B04D-0333-406A-B7BD-11518DF4DC67}" destId="{2395474A-D99C-4AF8-95B1-5B85EEF1EE6F}" srcOrd="0" destOrd="0" presId="urn:microsoft.com/office/officeart/2018/2/layout/IconVerticalSolidList"/>
    <dgm:cxn modelId="{571AF532-64E7-4D46-B62E-BFDE162649B1}" type="presOf" srcId="{63DF682E-1AC1-444E-851B-684FCD2295E1}" destId="{5CF111B0-DA4F-4355-B781-93CF45170887}" srcOrd="0" destOrd="0" presId="urn:microsoft.com/office/officeart/2018/2/layout/IconVerticalSolidList"/>
    <dgm:cxn modelId="{AF5C0160-A9FF-4E85-AD93-65B266D294D4}" type="presOf" srcId="{695C66B6-FFC2-441A-9408-0F169533B9C6}" destId="{7472FB35-7545-4D56-A9F5-9726D440046B}" srcOrd="0" destOrd="1" presId="urn:microsoft.com/office/officeart/2018/2/layout/IconVerticalSolidList"/>
    <dgm:cxn modelId="{FE19A54D-F722-4F15-AAD6-0D299B0F9FE0}" type="presOf" srcId="{5BFCADB0-6FFF-4E47-B5A0-E1DC2CFA9CD0}" destId="{E6209767-D1F6-4BBF-8EE5-3EB2236C5B24}" srcOrd="0" destOrd="1" presId="urn:microsoft.com/office/officeart/2018/2/layout/IconVerticalSolidList"/>
    <dgm:cxn modelId="{7B3DD76E-6144-450B-851D-48A4250D5DE8}" type="presOf" srcId="{DBEF8476-D43C-4E32-86E3-59EE3967804E}" destId="{E6209767-D1F6-4BBF-8EE5-3EB2236C5B24}" srcOrd="0" destOrd="0" presId="urn:microsoft.com/office/officeart/2018/2/layout/IconVerticalSolidList"/>
    <dgm:cxn modelId="{6435AA72-D6F2-448E-856B-B5F74F2799BD}" srcId="{FDD7AF4C-CF24-4EA8-A025-0C949FBE3740}" destId="{D50A97A8-7955-4417-B464-A21C0E753FC4}" srcOrd="2" destOrd="0" parTransId="{404F00A5-54A8-4EF1-8EE5-4353ED5BF726}" sibTransId="{4D0F4D94-21EE-4565-B3BD-6579E2530CB9}"/>
    <dgm:cxn modelId="{DF31997B-81C2-492C-98B1-28EB0C8D96E1}" type="presOf" srcId="{FDD7AF4C-CF24-4EA8-A025-0C949FBE3740}" destId="{54125533-401F-4B75-B803-FDDCD5B84425}" srcOrd="0" destOrd="0" presId="urn:microsoft.com/office/officeart/2018/2/layout/IconVerticalSolidList"/>
    <dgm:cxn modelId="{0A780F7F-DD5F-4583-8CD7-04CC78D7A11A}" srcId="{FDD7AF4C-CF24-4EA8-A025-0C949FBE3740}" destId="{2CE48CB9-1AE8-4913-B770-70C91B552F0F}" srcOrd="0" destOrd="0" parTransId="{02DD90A3-68DB-44D9-A011-2D56B447A251}" sibTransId="{597E5199-F399-4915-9816-653228D74E9E}"/>
    <dgm:cxn modelId="{46E32D82-9DE9-4D61-9428-3E210E4A8829}" type="presOf" srcId="{364AE945-DFA0-4248-9A7B-3A72A6ED07BE}" destId="{7472FB35-7545-4D56-A9F5-9726D440046B}" srcOrd="0" destOrd="0" presId="urn:microsoft.com/office/officeart/2018/2/layout/IconVerticalSolidList"/>
    <dgm:cxn modelId="{F1435388-9871-40A3-ACC8-7C668BE890D0}" type="presOf" srcId="{269A10C4-6325-49E4-B7A1-D98E36C21AF0}" destId="{4EA8A246-418F-4BD0-9A65-788CFB17C467}" srcOrd="0" destOrd="0" presId="urn:microsoft.com/office/officeart/2018/2/layout/IconVerticalSolidList"/>
    <dgm:cxn modelId="{FD673898-1B5F-4F20-AA9A-2B9F98E4E9E3}" srcId="{FDD7AF4C-CF24-4EA8-A025-0C949FBE3740}" destId="{269A10C4-6325-49E4-B7A1-D98E36C21AF0}" srcOrd="4" destOrd="0" parTransId="{4759A57C-495F-48F4-8A9A-8176F408F1FC}" sibTransId="{48DF4D86-BF22-493E-90BC-E8616A21B376}"/>
    <dgm:cxn modelId="{474A67AF-1963-4235-8033-B2AFA35BE494}" srcId="{FDD7AF4C-CF24-4EA8-A025-0C949FBE3740}" destId="{63DF682E-1AC1-444E-851B-684FCD2295E1}" srcOrd="5" destOrd="0" parTransId="{C8B2D89B-97F7-4772-A822-19D3E4352B5E}" sibTransId="{A51D8E6F-CF4E-46E7-8F3E-6BCF53B7E89C}"/>
    <dgm:cxn modelId="{F4CA62B3-5E08-482B-99C8-C8C156154B4C}" srcId="{2CE48CB9-1AE8-4913-B770-70C91B552F0F}" destId="{0E763B7C-8984-47D2-A38C-755BF9A614EB}" srcOrd="0" destOrd="0" parTransId="{D359F8B0-A6BD-4FE6-9F15-8D99CF6C8616}" sibTransId="{0F79747F-E67A-4B88-BB7C-735B46D997A7}"/>
    <dgm:cxn modelId="{D29BB2B4-772B-4995-A1FD-81966601F8C3}" type="presOf" srcId="{2CE48CB9-1AE8-4913-B770-70C91B552F0F}" destId="{33798EAD-E220-46EB-9424-FB9B4D2E9065}" srcOrd="0" destOrd="0" presId="urn:microsoft.com/office/officeart/2018/2/layout/IconVerticalSolidList"/>
    <dgm:cxn modelId="{16CDEFB7-7FC5-48F9-96D0-B46E8302B6A5}" type="presOf" srcId="{676A5699-528E-4E2A-AB94-0D106836771F}" destId="{D55E1838-6E35-4224-8BE7-D5E76AE241CC}" srcOrd="0" destOrd="1" presId="urn:microsoft.com/office/officeart/2018/2/layout/IconVerticalSolidList"/>
    <dgm:cxn modelId="{F48E90B9-F7C7-43BF-B50F-4193370B11BB}" srcId="{6B14488C-0C62-46A2-A1F4-E068C78CCCD2}" destId="{5BFCADB0-6FFF-4E47-B5A0-E1DC2CFA9CD0}" srcOrd="1" destOrd="0" parTransId="{13658F72-49E4-4CA2-962B-DDCA44111A6B}" sibTransId="{23F7C690-A2B8-44D1-8233-1F938E4F0ED7}"/>
    <dgm:cxn modelId="{CF5416BF-823B-4D02-BA26-7670A454710F}" srcId="{FDD7AF4C-CF24-4EA8-A025-0C949FBE3740}" destId="{4884B04D-0333-406A-B7BD-11518DF4DC67}" srcOrd="1" destOrd="0" parTransId="{A5DFC034-259F-411C-AF24-6E099B5A8111}" sibTransId="{1600226C-A865-460A-B873-9AD470AAFCBD}"/>
    <dgm:cxn modelId="{47072ECA-C866-4FB0-84F0-E2D4DCEACA31}" srcId="{269A10C4-6325-49E4-B7A1-D98E36C21AF0}" destId="{DE22D152-6F8E-488D-90FD-C9CAB71F02E8}" srcOrd="0" destOrd="0" parTransId="{CE8EE6DD-AC69-4828-8020-28AABAF8D8D0}" sibTransId="{73F524D8-07C1-48E1-8B5E-BAA633898F53}"/>
    <dgm:cxn modelId="{467328D2-70C8-424A-98D2-01E4D5D76E04}" srcId="{6B14488C-0C62-46A2-A1F4-E068C78CCCD2}" destId="{DBEF8476-D43C-4E32-86E3-59EE3967804E}" srcOrd="0" destOrd="0" parTransId="{AE546566-9EC3-45C1-BF06-A6E67459292D}" sibTransId="{BA5FA691-1ECB-47F2-8630-193F2FF38539}"/>
    <dgm:cxn modelId="{E66F4ED8-9695-42BC-9A50-9B56122702EB}" srcId="{D50A97A8-7955-4417-B464-A21C0E753FC4}" destId="{676A5699-528E-4E2A-AB94-0D106836771F}" srcOrd="1" destOrd="0" parTransId="{2CBAEB41-4726-4070-8A5E-EB102AC17A0A}" sibTransId="{B0444C2D-B720-4482-AA91-DD08B6BACA89}"/>
    <dgm:cxn modelId="{8137CEDD-CFF3-4115-A48C-3418227B018C}" type="presOf" srcId="{071B78AD-A5DA-4194-BA35-AF2C09A49B53}" destId="{7472FB35-7545-4D56-A9F5-9726D440046B}" srcOrd="0" destOrd="2" presId="urn:microsoft.com/office/officeart/2018/2/layout/IconVerticalSolidList"/>
    <dgm:cxn modelId="{584647E2-2806-4A00-A255-E85A83B4C059}" type="presOf" srcId="{D50A97A8-7955-4417-B464-A21C0E753FC4}" destId="{8620834E-0470-49AD-8246-E77C639597DC}" srcOrd="0" destOrd="0" presId="urn:microsoft.com/office/officeart/2018/2/layout/IconVerticalSolidList"/>
    <dgm:cxn modelId="{54B967EE-49F1-4220-980A-7ED27AA34679}" type="presOf" srcId="{DE22D152-6F8E-488D-90FD-C9CAB71F02E8}" destId="{ED7C7DC6-FA98-4481-8B8A-2B67D0F25ABC}" srcOrd="0" destOrd="0" presId="urn:microsoft.com/office/officeart/2018/2/layout/IconVerticalSolidList"/>
    <dgm:cxn modelId="{A09534F2-95E5-45C5-98F7-1B7FD9FCE8C4}" srcId="{4884B04D-0333-406A-B7BD-11518DF4DC67}" destId="{071B78AD-A5DA-4194-BA35-AF2C09A49B53}" srcOrd="2" destOrd="0" parTransId="{486D2E4C-4493-45AA-8A41-DA50D4727BA8}" sibTransId="{CCCE7DE3-D104-4024-B071-642B1084F132}"/>
    <dgm:cxn modelId="{6DAEFAF2-06AB-4691-B805-043F5489D1FE}" srcId="{4884B04D-0333-406A-B7BD-11518DF4DC67}" destId="{364AE945-DFA0-4248-9A7B-3A72A6ED07BE}" srcOrd="0" destOrd="0" parTransId="{6117F7B9-470F-476A-BDF7-496DCA3FEF56}" sibTransId="{530093F5-E522-47AC-8A2C-6DAD203D0176}"/>
    <dgm:cxn modelId="{0BAAA1FD-D063-458A-9D79-E5B6405B55A1}" srcId="{FDD7AF4C-CF24-4EA8-A025-0C949FBE3740}" destId="{6B14488C-0C62-46A2-A1F4-E068C78CCCD2}" srcOrd="3" destOrd="0" parTransId="{AE730706-1B34-40ED-9BAA-2D4386BBC3B0}" sibTransId="{0CC839A3-C8C9-4145-9A4A-1040815A9EC6}"/>
    <dgm:cxn modelId="{7865536D-1076-44B7-A868-C94DD44598FE}" type="presParOf" srcId="{54125533-401F-4B75-B803-FDDCD5B84425}" destId="{C5FCA407-5F3D-4073-A182-53CDE4A8E89D}" srcOrd="0" destOrd="0" presId="urn:microsoft.com/office/officeart/2018/2/layout/IconVerticalSolidList"/>
    <dgm:cxn modelId="{35839D88-0092-479F-8067-92D9A402B629}" type="presParOf" srcId="{C5FCA407-5F3D-4073-A182-53CDE4A8E89D}" destId="{BADDB267-6F4C-4E64-A9AE-17BAF7123CDB}" srcOrd="0" destOrd="0" presId="urn:microsoft.com/office/officeart/2018/2/layout/IconVerticalSolidList"/>
    <dgm:cxn modelId="{AC4B8346-A265-4210-BEE1-BD33BF3843E1}" type="presParOf" srcId="{C5FCA407-5F3D-4073-A182-53CDE4A8E89D}" destId="{9C3FDC8A-0F28-4C07-9DD8-F825B8C50561}" srcOrd="1" destOrd="0" presId="urn:microsoft.com/office/officeart/2018/2/layout/IconVerticalSolidList"/>
    <dgm:cxn modelId="{CA8B2BBF-EF3C-4ED5-A550-800D903A8501}" type="presParOf" srcId="{C5FCA407-5F3D-4073-A182-53CDE4A8E89D}" destId="{BC814D2A-5F63-46F7-BB14-642FB7BBB7E5}" srcOrd="2" destOrd="0" presId="urn:microsoft.com/office/officeart/2018/2/layout/IconVerticalSolidList"/>
    <dgm:cxn modelId="{10AECEE8-130A-4F92-BE1A-CA03AA8FC8FA}" type="presParOf" srcId="{C5FCA407-5F3D-4073-A182-53CDE4A8E89D}" destId="{33798EAD-E220-46EB-9424-FB9B4D2E9065}" srcOrd="3" destOrd="0" presId="urn:microsoft.com/office/officeart/2018/2/layout/IconVerticalSolidList"/>
    <dgm:cxn modelId="{C403509C-DFA0-41FD-8128-432F20FC8D30}" type="presParOf" srcId="{C5FCA407-5F3D-4073-A182-53CDE4A8E89D}" destId="{41AA8F5F-CEFF-4095-A56E-B40E77CAF1A0}" srcOrd="4" destOrd="0" presId="urn:microsoft.com/office/officeart/2018/2/layout/IconVerticalSolidList"/>
    <dgm:cxn modelId="{E7E8EB4B-2D3F-4B96-8A5C-304C21FEB111}" type="presParOf" srcId="{54125533-401F-4B75-B803-FDDCD5B84425}" destId="{4974AB3C-C879-4628-9276-758B3B9B764F}" srcOrd="1" destOrd="0" presId="urn:microsoft.com/office/officeart/2018/2/layout/IconVerticalSolidList"/>
    <dgm:cxn modelId="{D56C413F-4731-4788-9525-C57FB860A4B3}" type="presParOf" srcId="{54125533-401F-4B75-B803-FDDCD5B84425}" destId="{87BA65DD-219A-4E32-9E6C-41168E18CF0B}" srcOrd="2" destOrd="0" presId="urn:microsoft.com/office/officeart/2018/2/layout/IconVerticalSolidList"/>
    <dgm:cxn modelId="{340B14AF-666A-45A9-8E6C-4333C6E0560F}" type="presParOf" srcId="{87BA65DD-219A-4E32-9E6C-41168E18CF0B}" destId="{B7E64375-DBCC-4AE6-9301-96DB85595B21}" srcOrd="0" destOrd="0" presId="urn:microsoft.com/office/officeart/2018/2/layout/IconVerticalSolidList"/>
    <dgm:cxn modelId="{69407EC2-B6F2-4A73-A514-39A96A147971}" type="presParOf" srcId="{87BA65DD-219A-4E32-9E6C-41168E18CF0B}" destId="{C5544FFB-9205-4EC6-BBE3-95428B6A639C}" srcOrd="1" destOrd="0" presId="urn:microsoft.com/office/officeart/2018/2/layout/IconVerticalSolidList"/>
    <dgm:cxn modelId="{E41DC3A6-C992-4053-9E61-6DC29327EB28}" type="presParOf" srcId="{87BA65DD-219A-4E32-9E6C-41168E18CF0B}" destId="{A3159B0C-93F6-45DB-B78A-2CC3998BEF25}" srcOrd="2" destOrd="0" presId="urn:microsoft.com/office/officeart/2018/2/layout/IconVerticalSolidList"/>
    <dgm:cxn modelId="{19F2DA8B-C45F-461A-8E38-2F66F7544CF1}" type="presParOf" srcId="{87BA65DD-219A-4E32-9E6C-41168E18CF0B}" destId="{2395474A-D99C-4AF8-95B1-5B85EEF1EE6F}" srcOrd="3" destOrd="0" presId="urn:microsoft.com/office/officeart/2018/2/layout/IconVerticalSolidList"/>
    <dgm:cxn modelId="{5D4DF198-E0C8-44AB-A2FA-C4BFDB7442EF}" type="presParOf" srcId="{87BA65DD-219A-4E32-9E6C-41168E18CF0B}" destId="{7472FB35-7545-4D56-A9F5-9726D440046B}" srcOrd="4" destOrd="0" presId="urn:microsoft.com/office/officeart/2018/2/layout/IconVerticalSolidList"/>
    <dgm:cxn modelId="{68546B17-F461-4589-9D5B-0F3847155C01}" type="presParOf" srcId="{54125533-401F-4B75-B803-FDDCD5B84425}" destId="{76800B60-67FD-498A-82BF-64BFEDD5AE30}" srcOrd="3" destOrd="0" presId="urn:microsoft.com/office/officeart/2018/2/layout/IconVerticalSolidList"/>
    <dgm:cxn modelId="{A9DBA8D3-BB85-49C5-A31A-E9E337F4F559}" type="presParOf" srcId="{54125533-401F-4B75-B803-FDDCD5B84425}" destId="{6E289292-5544-44FB-AD4A-E1E0B4D6E03B}" srcOrd="4" destOrd="0" presId="urn:microsoft.com/office/officeart/2018/2/layout/IconVerticalSolidList"/>
    <dgm:cxn modelId="{69A2648F-5337-4D53-92B4-512E0FEDEFB2}" type="presParOf" srcId="{6E289292-5544-44FB-AD4A-E1E0B4D6E03B}" destId="{BEC99DED-975A-41FD-8125-0D50A7267313}" srcOrd="0" destOrd="0" presId="urn:microsoft.com/office/officeart/2018/2/layout/IconVerticalSolidList"/>
    <dgm:cxn modelId="{C22DECB6-1BF1-4223-BCB7-AED657E324C7}" type="presParOf" srcId="{6E289292-5544-44FB-AD4A-E1E0B4D6E03B}" destId="{B4B88E21-C151-46EE-8F18-F79F03139BCB}" srcOrd="1" destOrd="0" presId="urn:microsoft.com/office/officeart/2018/2/layout/IconVerticalSolidList"/>
    <dgm:cxn modelId="{3E0D75F6-B67B-494D-AE6B-1091F4AA9EA3}" type="presParOf" srcId="{6E289292-5544-44FB-AD4A-E1E0B4D6E03B}" destId="{57310F2C-F7D0-4B51-BD6E-65C9882F5A38}" srcOrd="2" destOrd="0" presId="urn:microsoft.com/office/officeart/2018/2/layout/IconVerticalSolidList"/>
    <dgm:cxn modelId="{F52D7F3C-7151-467E-840E-6F01D7C1B0CF}" type="presParOf" srcId="{6E289292-5544-44FB-AD4A-E1E0B4D6E03B}" destId="{8620834E-0470-49AD-8246-E77C639597DC}" srcOrd="3" destOrd="0" presId="urn:microsoft.com/office/officeart/2018/2/layout/IconVerticalSolidList"/>
    <dgm:cxn modelId="{08308F7C-CEEE-45C0-9E50-180D0A48FBEF}" type="presParOf" srcId="{6E289292-5544-44FB-AD4A-E1E0B4D6E03B}" destId="{D55E1838-6E35-4224-8BE7-D5E76AE241CC}" srcOrd="4" destOrd="0" presId="urn:microsoft.com/office/officeart/2018/2/layout/IconVerticalSolidList"/>
    <dgm:cxn modelId="{8469797B-3CD8-44AF-BE6B-A648386B55CD}" type="presParOf" srcId="{54125533-401F-4B75-B803-FDDCD5B84425}" destId="{00126945-0A89-4A47-BCF4-E58A8C0F5839}" srcOrd="5" destOrd="0" presId="urn:microsoft.com/office/officeart/2018/2/layout/IconVerticalSolidList"/>
    <dgm:cxn modelId="{955B67B1-B673-40DA-9BF8-7A218F295AAB}" type="presParOf" srcId="{54125533-401F-4B75-B803-FDDCD5B84425}" destId="{099B3329-98DD-406C-ADFD-3D40CBF8B750}" srcOrd="6" destOrd="0" presId="urn:microsoft.com/office/officeart/2018/2/layout/IconVerticalSolidList"/>
    <dgm:cxn modelId="{FF9FAD23-BD35-4BAD-9F35-F86120F399DA}" type="presParOf" srcId="{099B3329-98DD-406C-ADFD-3D40CBF8B750}" destId="{D6097D88-28D0-4316-AEC5-A8EB8C432D18}" srcOrd="0" destOrd="0" presId="urn:microsoft.com/office/officeart/2018/2/layout/IconVerticalSolidList"/>
    <dgm:cxn modelId="{9F69BE29-8883-4A8B-8FCE-0B4038FFB205}" type="presParOf" srcId="{099B3329-98DD-406C-ADFD-3D40CBF8B750}" destId="{84AF942B-CBAA-49CE-B61C-CFE4F2F1CA40}" srcOrd="1" destOrd="0" presId="urn:microsoft.com/office/officeart/2018/2/layout/IconVerticalSolidList"/>
    <dgm:cxn modelId="{F2F8A202-599A-4ACA-AB85-9239F348B793}" type="presParOf" srcId="{099B3329-98DD-406C-ADFD-3D40CBF8B750}" destId="{68642C53-4758-4D6A-B768-91337E23F0F8}" srcOrd="2" destOrd="0" presId="urn:microsoft.com/office/officeart/2018/2/layout/IconVerticalSolidList"/>
    <dgm:cxn modelId="{BE77616B-D4CA-4141-B1B6-F52F031853A6}" type="presParOf" srcId="{099B3329-98DD-406C-ADFD-3D40CBF8B750}" destId="{C084EE1B-FBA6-40D7-B0EF-827DF646F7F0}" srcOrd="3" destOrd="0" presId="urn:microsoft.com/office/officeart/2018/2/layout/IconVerticalSolidList"/>
    <dgm:cxn modelId="{248B0148-973D-4BEE-88C3-5A04E526C5A9}" type="presParOf" srcId="{099B3329-98DD-406C-ADFD-3D40CBF8B750}" destId="{E6209767-D1F6-4BBF-8EE5-3EB2236C5B24}" srcOrd="4" destOrd="0" presId="urn:microsoft.com/office/officeart/2018/2/layout/IconVerticalSolidList"/>
    <dgm:cxn modelId="{D3E90D7E-E5D4-4035-B209-AEB49E4CFB33}" type="presParOf" srcId="{54125533-401F-4B75-B803-FDDCD5B84425}" destId="{80EE77BA-42A0-4EB4-9B6E-0AC2B9865310}" srcOrd="7" destOrd="0" presId="urn:microsoft.com/office/officeart/2018/2/layout/IconVerticalSolidList"/>
    <dgm:cxn modelId="{51F8C64F-3D4E-46B3-9E69-610FA305E2E1}" type="presParOf" srcId="{54125533-401F-4B75-B803-FDDCD5B84425}" destId="{2776B2B9-1A55-4BE0-AAAA-E75C8EE77FD1}" srcOrd="8" destOrd="0" presId="urn:microsoft.com/office/officeart/2018/2/layout/IconVerticalSolidList"/>
    <dgm:cxn modelId="{DC233E95-384D-4C89-ABC7-F3F0D88AC7AF}" type="presParOf" srcId="{2776B2B9-1A55-4BE0-AAAA-E75C8EE77FD1}" destId="{140F1AEE-3EFB-4F25-AAD6-D8BF00146F7C}" srcOrd="0" destOrd="0" presId="urn:microsoft.com/office/officeart/2018/2/layout/IconVerticalSolidList"/>
    <dgm:cxn modelId="{9C8B7BF1-B41E-4306-BD6B-EB1C91E29DCA}" type="presParOf" srcId="{2776B2B9-1A55-4BE0-AAAA-E75C8EE77FD1}" destId="{31DF97FF-8F85-4550-84EC-E89BF1DD1E56}" srcOrd="1" destOrd="0" presId="urn:microsoft.com/office/officeart/2018/2/layout/IconVerticalSolidList"/>
    <dgm:cxn modelId="{BC4DC277-7A64-4A41-8820-EC1536E50427}" type="presParOf" srcId="{2776B2B9-1A55-4BE0-AAAA-E75C8EE77FD1}" destId="{D50B6AE8-387F-4B7F-A042-504A932DC012}" srcOrd="2" destOrd="0" presId="urn:microsoft.com/office/officeart/2018/2/layout/IconVerticalSolidList"/>
    <dgm:cxn modelId="{4F105C1D-73CA-481C-87DF-9CA26B2EEBF9}" type="presParOf" srcId="{2776B2B9-1A55-4BE0-AAAA-E75C8EE77FD1}" destId="{4EA8A246-418F-4BD0-9A65-788CFB17C467}" srcOrd="3" destOrd="0" presId="urn:microsoft.com/office/officeart/2018/2/layout/IconVerticalSolidList"/>
    <dgm:cxn modelId="{2D429D8C-16D3-4790-A82F-42382BF7740A}" type="presParOf" srcId="{2776B2B9-1A55-4BE0-AAAA-E75C8EE77FD1}" destId="{ED7C7DC6-FA98-4481-8B8A-2B67D0F25ABC}" srcOrd="4" destOrd="0" presId="urn:microsoft.com/office/officeart/2018/2/layout/IconVerticalSolidList"/>
    <dgm:cxn modelId="{0B68E881-9B17-4A54-8471-1A2D72A9FB80}" type="presParOf" srcId="{54125533-401F-4B75-B803-FDDCD5B84425}" destId="{BCD2D34F-30BE-4B64-81FB-1F6D57589D01}" srcOrd="9" destOrd="0" presId="urn:microsoft.com/office/officeart/2018/2/layout/IconVerticalSolidList"/>
    <dgm:cxn modelId="{9D170DFF-8600-4243-AE90-5838E9ED9BBD}" type="presParOf" srcId="{54125533-401F-4B75-B803-FDDCD5B84425}" destId="{8B2DCFF7-1B97-4379-BB68-56C1D764D50E}" srcOrd="10" destOrd="0" presId="urn:microsoft.com/office/officeart/2018/2/layout/IconVerticalSolidList"/>
    <dgm:cxn modelId="{E76DD5F2-A152-4728-A7FD-3BDCE08F35FA}" type="presParOf" srcId="{8B2DCFF7-1B97-4379-BB68-56C1D764D50E}" destId="{2DB00627-5143-422F-9D29-7BC22CB55CFE}" srcOrd="0" destOrd="0" presId="urn:microsoft.com/office/officeart/2018/2/layout/IconVerticalSolidList"/>
    <dgm:cxn modelId="{20E04E03-139E-48F4-A78D-17F89ECB4494}" type="presParOf" srcId="{8B2DCFF7-1B97-4379-BB68-56C1D764D50E}" destId="{1973B920-9423-4192-8F29-8165257E2414}" srcOrd="1" destOrd="0" presId="urn:microsoft.com/office/officeart/2018/2/layout/IconVerticalSolidList"/>
    <dgm:cxn modelId="{287EC01B-FF42-4560-B7EF-0983C5DC9338}" type="presParOf" srcId="{8B2DCFF7-1B97-4379-BB68-56C1D764D50E}" destId="{8A81CCB5-1519-4722-BB6F-AF4FBFA00865}" srcOrd="2" destOrd="0" presId="urn:microsoft.com/office/officeart/2018/2/layout/IconVerticalSolidList"/>
    <dgm:cxn modelId="{90257FDD-AB81-4E81-B1DF-FE0F033C0D5C}" type="presParOf" srcId="{8B2DCFF7-1B97-4379-BB68-56C1D764D50E}" destId="{5CF111B0-DA4F-4355-B781-93CF45170887}" srcOrd="3" destOrd="0" presId="urn:microsoft.com/office/officeart/2018/2/layout/IconVerticalSolidList"/>
    <dgm:cxn modelId="{E528208B-53F5-40F3-BF53-C6FBE43F5C1E}" type="presParOf" srcId="{8B2DCFF7-1B97-4379-BB68-56C1D764D50E}" destId="{F0F87C2B-D564-4306-A3EF-ADB6D1EFC49B}"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30D8FF-69D8-409E-8823-EDC832C4DB90}" type="doc">
      <dgm:prSet loTypeId="urn:microsoft.com/office/officeart/2016/7/layout/BasicLinearProcessNumbered" loCatId="process" qsTypeId="urn:microsoft.com/office/officeart/2005/8/quickstyle/simple1" qsCatId="simple" csTypeId="urn:microsoft.com/office/officeart/2005/8/colors/colorful1" csCatId="colorful"/>
      <dgm:spPr/>
      <dgm:t>
        <a:bodyPr/>
        <a:lstStyle/>
        <a:p>
          <a:endParaRPr lang="en-US"/>
        </a:p>
      </dgm:t>
    </dgm:pt>
    <dgm:pt modelId="{32E60F89-56B5-43AB-968C-2E9BECB08D98}">
      <dgm:prSet/>
      <dgm:spPr/>
      <dgm:t>
        <a:bodyPr/>
        <a:lstStyle/>
        <a:p>
          <a:r>
            <a:rPr lang="en-US" b="0" i="0" baseline="0"/>
            <a:t>Login → Dashboard → Book/View Appointments </a:t>
          </a:r>
          <a:endParaRPr lang="en-US"/>
        </a:p>
      </dgm:t>
    </dgm:pt>
    <dgm:pt modelId="{57D1B83C-EE24-4090-B812-FEE50D082C02}" type="parTrans" cxnId="{76162716-3C54-40A4-9E20-D372FD6841DF}">
      <dgm:prSet/>
      <dgm:spPr/>
      <dgm:t>
        <a:bodyPr/>
        <a:lstStyle/>
        <a:p>
          <a:endParaRPr lang="en-US"/>
        </a:p>
      </dgm:t>
    </dgm:pt>
    <dgm:pt modelId="{D12210FA-029B-4A5C-BD29-A3968418AC1F}" type="sibTrans" cxnId="{76162716-3C54-40A4-9E20-D372FD6841DF}">
      <dgm:prSet phldrT="1" phldr="0"/>
      <dgm:spPr/>
      <dgm:t>
        <a:bodyPr/>
        <a:lstStyle/>
        <a:p>
          <a:r>
            <a:rPr lang="en-US"/>
            <a:t>1</a:t>
          </a:r>
        </a:p>
      </dgm:t>
    </dgm:pt>
    <dgm:pt modelId="{EC4BCB7F-28DB-4D49-AFA7-41CE17D9AD12}">
      <dgm:prSet/>
      <dgm:spPr/>
      <dgm:t>
        <a:bodyPr/>
        <a:lstStyle/>
        <a:p>
          <a:r>
            <a:rPr lang="en-US" b="0" i="0" baseline="0"/>
            <a:t>Patients → Input details → Select doctor → Book time </a:t>
          </a:r>
          <a:endParaRPr lang="en-US"/>
        </a:p>
      </dgm:t>
    </dgm:pt>
    <dgm:pt modelId="{0398243F-46FB-475F-B2E8-D3B8604B3897}" type="parTrans" cxnId="{0ECAC92C-0B5C-4347-9D3D-DB74C6DD71D2}">
      <dgm:prSet/>
      <dgm:spPr/>
      <dgm:t>
        <a:bodyPr/>
        <a:lstStyle/>
        <a:p>
          <a:endParaRPr lang="en-US"/>
        </a:p>
      </dgm:t>
    </dgm:pt>
    <dgm:pt modelId="{AA2AAC5D-5277-4703-AF6F-B376FF469FF8}" type="sibTrans" cxnId="{0ECAC92C-0B5C-4347-9D3D-DB74C6DD71D2}">
      <dgm:prSet phldrT="2" phldr="0"/>
      <dgm:spPr/>
      <dgm:t>
        <a:bodyPr/>
        <a:lstStyle/>
        <a:p>
          <a:r>
            <a:rPr lang="en-US"/>
            <a:t>2</a:t>
          </a:r>
        </a:p>
      </dgm:t>
    </dgm:pt>
    <dgm:pt modelId="{18A2730F-A1BD-483B-8500-104760491BCE}">
      <dgm:prSet/>
      <dgm:spPr/>
      <dgm:t>
        <a:bodyPr/>
        <a:lstStyle/>
        <a:p>
          <a:r>
            <a:rPr lang="en-US" b="0" i="0" baseline="0"/>
            <a:t>Doctors → View schedule → Check patient details </a:t>
          </a:r>
          <a:endParaRPr lang="en-US"/>
        </a:p>
      </dgm:t>
    </dgm:pt>
    <dgm:pt modelId="{45F34E43-6109-4B96-8C02-6AFEFA637327}" type="parTrans" cxnId="{BA184D13-D854-498B-87FC-216E07A9E21C}">
      <dgm:prSet/>
      <dgm:spPr/>
      <dgm:t>
        <a:bodyPr/>
        <a:lstStyle/>
        <a:p>
          <a:endParaRPr lang="en-US"/>
        </a:p>
      </dgm:t>
    </dgm:pt>
    <dgm:pt modelId="{B4F3692F-AF25-4695-B0B4-09DCA2986673}" type="sibTrans" cxnId="{BA184D13-D854-498B-87FC-216E07A9E21C}">
      <dgm:prSet phldrT="3" phldr="0"/>
      <dgm:spPr/>
      <dgm:t>
        <a:bodyPr/>
        <a:lstStyle/>
        <a:p>
          <a:r>
            <a:rPr lang="en-US"/>
            <a:t>3</a:t>
          </a:r>
        </a:p>
      </dgm:t>
    </dgm:pt>
    <dgm:pt modelId="{F147248E-2604-4330-96E2-1933334295A0}" type="pres">
      <dgm:prSet presAssocID="{DA30D8FF-69D8-409E-8823-EDC832C4DB90}" presName="Name0" presStyleCnt="0">
        <dgm:presLayoutVars>
          <dgm:animLvl val="lvl"/>
          <dgm:resizeHandles val="exact"/>
        </dgm:presLayoutVars>
      </dgm:prSet>
      <dgm:spPr/>
    </dgm:pt>
    <dgm:pt modelId="{7424C8D2-C5DA-4125-A6D9-C675A4A8B9E5}" type="pres">
      <dgm:prSet presAssocID="{32E60F89-56B5-43AB-968C-2E9BECB08D98}" presName="compositeNode" presStyleCnt="0">
        <dgm:presLayoutVars>
          <dgm:bulletEnabled val="1"/>
        </dgm:presLayoutVars>
      </dgm:prSet>
      <dgm:spPr/>
    </dgm:pt>
    <dgm:pt modelId="{03141E15-66DE-4BB3-AF51-E2742644F90E}" type="pres">
      <dgm:prSet presAssocID="{32E60F89-56B5-43AB-968C-2E9BECB08D98}" presName="bgRect" presStyleLbl="bgAccFollowNode1" presStyleIdx="0" presStyleCnt="3"/>
      <dgm:spPr/>
    </dgm:pt>
    <dgm:pt modelId="{B5D64654-F865-4EC3-A850-88CC5E5D1180}" type="pres">
      <dgm:prSet presAssocID="{D12210FA-029B-4A5C-BD29-A3968418AC1F}" presName="sibTransNodeCircle" presStyleLbl="alignNode1" presStyleIdx="0" presStyleCnt="6">
        <dgm:presLayoutVars>
          <dgm:chMax val="0"/>
          <dgm:bulletEnabled/>
        </dgm:presLayoutVars>
      </dgm:prSet>
      <dgm:spPr/>
    </dgm:pt>
    <dgm:pt modelId="{08189B1B-F88B-4CBF-95C4-19414EC7A07E}" type="pres">
      <dgm:prSet presAssocID="{32E60F89-56B5-43AB-968C-2E9BECB08D98}" presName="bottomLine" presStyleLbl="alignNode1" presStyleIdx="1" presStyleCnt="6">
        <dgm:presLayoutVars/>
      </dgm:prSet>
      <dgm:spPr/>
    </dgm:pt>
    <dgm:pt modelId="{3F04467C-2033-4544-AF77-5DEC588BC7D6}" type="pres">
      <dgm:prSet presAssocID="{32E60F89-56B5-43AB-968C-2E9BECB08D98}" presName="nodeText" presStyleLbl="bgAccFollowNode1" presStyleIdx="0" presStyleCnt="3">
        <dgm:presLayoutVars>
          <dgm:bulletEnabled val="1"/>
        </dgm:presLayoutVars>
      </dgm:prSet>
      <dgm:spPr/>
    </dgm:pt>
    <dgm:pt modelId="{7B692C61-0C4E-4307-96DB-60D9BC563BE4}" type="pres">
      <dgm:prSet presAssocID="{D12210FA-029B-4A5C-BD29-A3968418AC1F}" presName="sibTrans" presStyleCnt="0"/>
      <dgm:spPr/>
    </dgm:pt>
    <dgm:pt modelId="{620CF3F1-8BDC-4980-B7A8-A3738AC489AA}" type="pres">
      <dgm:prSet presAssocID="{EC4BCB7F-28DB-4D49-AFA7-41CE17D9AD12}" presName="compositeNode" presStyleCnt="0">
        <dgm:presLayoutVars>
          <dgm:bulletEnabled val="1"/>
        </dgm:presLayoutVars>
      </dgm:prSet>
      <dgm:spPr/>
    </dgm:pt>
    <dgm:pt modelId="{7B807E07-FEE1-4231-A8EC-044BEF131FCF}" type="pres">
      <dgm:prSet presAssocID="{EC4BCB7F-28DB-4D49-AFA7-41CE17D9AD12}" presName="bgRect" presStyleLbl="bgAccFollowNode1" presStyleIdx="1" presStyleCnt="3"/>
      <dgm:spPr/>
    </dgm:pt>
    <dgm:pt modelId="{CC63A44B-E8DB-4CE6-8677-73A1DEFBEED7}" type="pres">
      <dgm:prSet presAssocID="{AA2AAC5D-5277-4703-AF6F-B376FF469FF8}" presName="sibTransNodeCircle" presStyleLbl="alignNode1" presStyleIdx="2" presStyleCnt="6">
        <dgm:presLayoutVars>
          <dgm:chMax val="0"/>
          <dgm:bulletEnabled/>
        </dgm:presLayoutVars>
      </dgm:prSet>
      <dgm:spPr/>
    </dgm:pt>
    <dgm:pt modelId="{92D269A2-1BF0-4E38-A57A-14E51180A528}" type="pres">
      <dgm:prSet presAssocID="{EC4BCB7F-28DB-4D49-AFA7-41CE17D9AD12}" presName="bottomLine" presStyleLbl="alignNode1" presStyleIdx="3" presStyleCnt="6">
        <dgm:presLayoutVars/>
      </dgm:prSet>
      <dgm:spPr/>
    </dgm:pt>
    <dgm:pt modelId="{C4D9A069-2E00-4A8C-96A0-68551E574934}" type="pres">
      <dgm:prSet presAssocID="{EC4BCB7F-28DB-4D49-AFA7-41CE17D9AD12}" presName="nodeText" presStyleLbl="bgAccFollowNode1" presStyleIdx="1" presStyleCnt="3">
        <dgm:presLayoutVars>
          <dgm:bulletEnabled val="1"/>
        </dgm:presLayoutVars>
      </dgm:prSet>
      <dgm:spPr/>
    </dgm:pt>
    <dgm:pt modelId="{6744B8AF-3839-41CF-8E35-4BBCB465465E}" type="pres">
      <dgm:prSet presAssocID="{AA2AAC5D-5277-4703-AF6F-B376FF469FF8}" presName="sibTrans" presStyleCnt="0"/>
      <dgm:spPr/>
    </dgm:pt>
    <dgm:pt modelId="{46F36252-2902-44F8-BF9F-C32EA4B13C2D}" type="pres">
      <dgm:prSet presAssocID="{18A2730F-A1BD-483B-8500-104760491BCE}" presName="compositeNode" presStyleCnt="0">
        <dgm:presLayoutVars>
          <dgm:bulletEnabled val="1"/>
        </dgm:presLayoutVars>
      </dgm:prSet>
      <dgm:spPr/>
    </dgm:pt>
    <dgm:pt modelId="{72679A90-7EF5-4F9E-AD00-2457B90B5ACF}" type="pres">
      <dgm:prSet presAssocID="{18A2730F-A1BD-483B-8500-104760491BCE}" presName="bgRect" presStyleLbl="bgAccFollowNode1" presStyleIdx="2" presStyleCnt="3"/>
      <dgm:spPr/>
    </dgm:pt>
    <dgm:pt modelId="{44085F5F-CF4C-48D4-891A-F57B57A18076}" type="pres">
      <dgm:prSet presAssocID="{B4F3692F-AF25-4695-B0B4-09DCA2986673}" presName="sibTransNodeCircle" presStyleLbl="alignNode1" presStyleIdx="4" presStyleCnt="6">
        <dgm:presLayoutVars>
          <dgm:chMax val="0"/>
          <dgm:bulletEnabled/>
        </dgm:presLayoutVars>
      </dgm:prSet>
      <dgm:spPr/>
    </dgm:pt>
    <dgm:pt modelId="{9DBD190C-24D7-43C1-B93C-9C67F417D67D}" type="pres">
      <dgm:prSet presAssocID="{18A2730F-A1BD-483B-8500-104760491BCE}" presName="bottomLine" presStyleLbl="alignNode1" presStyleIdx="5" presStyleCnt="6">
        <dgm:presLayoutVars/>
      </dgm:prSet>
      <dgm:spPr/>
    </dgm:pt>
    <dgm:pt modelId="{30592685-4DCE-463C-9B36-97D1FA56BDA0}" type="pres">
      <dgm:prSet presAssocID="{18A2730F-A1BD-483B-8500-104760491BCE}" presName="nodeText" presStyleLbl="bgAccFollowNode1" presStyleIdx="2" presStyleCnt="3">
        <dgm:presLayoutVars>
          <dgm:bulletEnabled val="1"/>
        </dgm:presLayoutVars>
      </dgm:prSet>
      <dgm:spPr/>
    </dgm:pt>
  </dgm:ptLst>
  <dgm:cxnLst>
    <dgm:cxn modelId="{BA184D13-D854-498B-87FC-216E07A9E21C}" srcId="{DA30D8FF-69D8-409E-8823-EDC832C4DB90}" destId="{18A2730F-A1BD-483B-8500-104760491BCE}" srcOrd="2" destOrd="0" parTransId="{45F34E43-6109-4B96-8C02-6AFEFA637327}" sibTransId="{B4F3692F-AF25-4695-B0B4-09DCA2986673}"/>
    <dgm:cxn modelId="{76162716-3C54-40A4-9E20-D372FD6841DF}" srcId="{DA30D8FF-69D8-409E-8823-EDC832C4DB90}" destId="{32E60F89-56B5-43AB-968C-2E9BECB08D98}" srcOrd="0" destOrd="0" parTransId="{57D1B83C-EE24-4090-B812-FEE50D082C02}" sibTransId="{D12210FA-029B-4A5C-BD29-A3968418AC1F}"/>
    <dgm:cxn modelId="{DB01EF25-E24E-45F7-A764-D0A24E1AE524}" type="presOf" srcId="{EC4BCB7F-28DB-4D49-AFA7-41CE17D9AD12}" destId="{C4D9A069-2E00-4A8C-96A0-68551E574934}" srcOrd="1" destOrd="0" presId="urn:microsoft.com/office/officeart/2016/7/layout/BasicLinearProcessNumbered"/>
    <dgm:cxn modelId="{0ECAC92C-0B5C-4347-9D3D-DB74C6DD71D2}" srcId="{DA30D8FF-69D8-409E-8823-EDC832C4DB90}" destId="{EC4BCB7F-28DB-4D49-AFA7-41CE17D9AD12}" srcOrd="1" destOrd="0" parTransId="{0398243F-46FB-475F-B2E8-D3B8604B3897}" sibTransId="{AA2AAC5D-5277-4703-AF6F-B376FF469FF8}"/>
    <dgm:cxn modelId="{F131242D-D2E6-452F-B6B8-30692F50E2D3}" type="presOf" srcId="{18A2730F-A1BD-483B-8500-104760491BCE}" destId="{30592685-4DCE-463C-9B36-97D1FA56BDA0}" srcOrd="1" destOrd="0" presId="urn:microsoft.com/office/officeart/2016/7/layout/BasicLinearProcessNumbered"/>
    <dgm:cxn modelId="{8FE3373E-7177-480B-984C-64EC7AA38410}" type="presOf" srcId="{AA2AAC5D-5277-4703-AF6F-B376FF469FF8}" destId="{CC63A44B-E8DB-4CE6-8677-73A1DEFBEED7}" srcOrd="0" destOrd="0" presId="urn:microsoft.com/office/officeart/2016/7/layout/BasicLinearProcessNumbered"/>
    <dgm:cxn modelId="{1D987649-636D-464F-AD0E-D6290789B6EB}" type="presOf" srcId="{EC4BCB7F-28DB-4D49-AFA7-41CE17D9AD12}" destId="{7B807E07-FEE1-4231-A8EC-044BEF131FCF}" srcOrd="0" destOrd="0" presId="urn:microsoft.com/office/officeart/2016/7/layout/BasicLinearProcessNumbered"/>
    <dgm:cxn modelId="{F85F267B-1CB5-4E88-B169-7049BC43F939}" type="presOf" srcId="{18A2730F-A1BD-483B-8500-104760491BCE}" destId="{72679A90-7EF5-4F9E-AD00-2457B90B5ACF}" srcOrd="0" destOrd="0" presId="urn:microsoft.com/office/officeart/2016/7/layout/BasicLinearProcessNumbered"/>
    <dgm:cxn modelId="{E3163D89-02BD-49A9-B361-3F421046F319}" type="presOf" srcId="{D12210FA-029B-4A5C-BD29-A3968418AC1F}" destId="{B5D64654-F865-4EC3-A850-88CC5E5D1180}" srcOrd="0" destOrd="0" presId="urn:microsoft.com/office/officeart/2016/7/layout/BasicLinearProcessNumbered"/>
    <dgm:cxn modelId="{8F78C4AD-E623-4EC0-BB23-ACEFBB1B95C6}" type="presOf" srcId="{32E60F89-56B5-43AB-968C-2E9BECB08D98}" destId="{03141E15-66DE-4BB3-AF51-E2742644F90E}" srcOrd="0" destOrd="0" presId="urn:microsoft.com/office/officeart/2016/7/layout/BasicLinearProcessNumbered"/>
    <dgm:cxn modelId="{677488AE-D695-4552-9D00-2A918015FB46}" type="presOf" srcId="{DA30D8FF-69D8-409E-8823-EDC832C4DB90}" destId="{F147248E-2604-4330-96E2-1933334295A0}" srcOrd="0" destOrd="0" presId="urn:microsoft.com/office/officeart/2016/7/layout/BasicLinearProcessNumbered"/>
    <dgm:cxn modelId="{A91B75B6-8D31-4ECB-A071-5F0904EC9ECF}" type="presOf" srcId="{32E60F89-56B5-43AB-968C-2E9BECB08D98}" destId="{3F04467C-2033-4544-AF77-5DEC588BC7D6}" srcOrd="1" destOrd="0" presId="urn:microsoft.com/office/officeart/2016/7/layout/BasicLinearProcessNumbered"/>
    <dgm:cxn modelId="{489747D4-D856-4B31-A1DD-592DA300D4A9}" type="presOf" srcId="{B4F3692F-AF25-4695-B0B4-09DCA2986673}" destId="{44085F5F-CF4C-48D4-891A-F57B57A18076}" srcOrd="0" destOrd="0" presId="urn:microsoft.com/office/officeart/2016/7/layout/BasicLinearProcessNumbered"/>
    <dgm:cxn modelId="{19E4FEF2-115B-4E13-9E44-2F5EC426524E}" type="presParOf" srcId="{F147248E-2604-4330-96E2-1933334295A0}" destId="{7424C8D2-C5DA-4125-A6D9-C675A4A8B9E5}" srcOrd="0" destOrd="0" presId="urn:microsoft.com/office/officeart/2016/7/layout/BasicLinearProcessNumbered"/>
    <dgm:cxn modelId="{5B4553E6-FE2F-4789-BDD3-83195959DADD}" type="presParOf" srcId="{7424C8D2-C5DA-4125-A6D9-C675A4A8B9E5}" destId="{03141E15-66DE-4BB3-AF51-E2742644F90E}" srcOrd="0" destOrd="0" presId="urn:microsoft.com/office/officeart/2016/7/layout/BasicLinearProcessNumbered"/>
    <dgm:cxn modelId="{F1AE598A-CEE4-497C-9AB7-692BD08E29DE}" type="presParOf" srcId="{7424C8D2-C5DA-4125-A6D9-C675A4A8B9E5}" destId="{B5D64654-F865-4EC3-A850-88CC5E5D1180}" srcOrd="1" destOrd="0" presId="urn:microsoft.com/office/officeart/2016/7/layout/BasicLinearProcessNumbered"/>
    <dgm:cxn modelId="{3F843F47-AB21-4F79-B9C5-77EDD427B923}" type="presParOf" srcId="{7424C8D2-C5DA-4125-A6D9-C675A4A8B9E5}" destId="{08189B1B-F88B-4CBF-95C4-19414EC7A07E}" srcOrd="2" destOrd="0" presId="urn:microsoft.com/office/officeart/2016/7/layout/BasicLinearProcessNumbered"/>
    <dgm:cxn modelId="{C6157031-59AD-4A52-AC09-C67BFB104FDF}" type="presParOf" srcId="{7424C8D2-C5DA-4125-A6D9-C675A4A8B9E5}" destId="{3F04467C-2033-4544-AF77-5DEC588BC7D6}" srcOrd="3" destOrd="0" presId="urn:microsoft.com/office/officeart/2016/7/layout/BasicLinearProcessNumbered"/>
    <dgm:cxn modelId="{2C576961-17DE-4074-9BB2-2BD1CCE98142}" type="presParOf" srcId="{F147248E-2604-4330-96E2-1933334295A0}" destId="{7B692C61-0C4E-4307-96DB-60D9BC563BE4}" srcOrd="1" destOrd="0" presId="urn:microsoft.com/office/officeart/2016/7/layout/BasicLinearProcessNumbered"/>
    <dgm:cxn modelId="{71E89AD6-5637-4797-BDFB-3CD02C5024D4}" type="presParOf" srcId="{F147248E-2604-4330-96E2-1933334295A0}" destId="{620CF3F1-8BDC-4980-B7A8-A3738AC489AA}" srcOrd="2" destOrd="0" presId="urn:microsoft.com/office/officeart/2016/7/layout/BasicLinearProcessNumbered"/>
    <dgm:cxn modelId="{927DC7BB-1A12-43FB-921D-9DA08A0619E6}" type="presParOf" srcId="{620CF3F1-8BDC-4980-B7A8-A3738AC489AA}" destId="{7B807E07-FEE1-4231-A8EC-044BEF131FCF}" srcOrd="0" destOrd="0" presId="urn:microsoft.com/office/officeart/2016/7/layout/BasicLinearProcessNumbered"/>
    <dgm:cxn modelId="{FE826AE3-FCAD-4F8C-B7D7-E2DD40C24EE3}" type="presParOf" srcId="{620CF3F1-8BDC-4980-B7A8-A3738AC489AA}" destId="{CC63A44B-E8DB-4CE6-8677-73A1DEFBEED7}" srcOrd="1" destOrd="0" presId="urn:microsoft.com/office/officeart/2016/7/layout/BasicLinearProcessNumbered"/>
    <dgm:cxn modelId="{BBDBE423-A9D2-42F9-9374-5F3B171D263A}" type="presParOf" srcId="{620CF3F1-8BDC-4980-B7A8-A3738AC489AA}" destId="{92D269A2-1BF0-4E38-A57A-14E51180A528}" srcOrd="2" destOrd="0" presId="urn:microsoft.com/office/officeart/2016/7/layout/BasicLinearProcessNumbered"/>
    <dgm:cxn modelId="{2E3FC623-7487-47A5-A1B4-69E820EC80D1}" type="presParOf" srcId="{620CF3F1-8BDC-4980-B7A8-A3738AC489AA}" destId="{C4D9A069-2E00-4A8C-96A0-68551E574934}" srcOrd="3" destOrd="0" presId="urn:microsoft.com/office/officeart/2016/7/layout/BasicLinearProcessNumbered"/>
    <dgm:cxn modelId="{C69D2189-3ECA-4C7F-90FD-5708895E826B}" type="presParOf" srcId="{F147248E-2604-4330-96E2-1933334295A0}" destId="{6744B8AF-3839-41CF-8E35-4BBCB465465E}" srcOrd="3" destOrd="0" presId="urn:microsoft.com/office/officeart/2016/7/layout/BasicLinearProcessNumbered"/>
    <dgm:cxn modelId="{554E75E0-AD97-445D-BA06-BF941EC0875C}" type="presParOf" srcId="{F147248E-2604-4330-96E2-1933334295A0}" destId="{46F36252-2902-44F8-BF9F-C32EA4B13C2D}" srcOrd="4" destOrd="0" presId="urn:microsoft.com/office/officeart/2016/7/layout/BasicLinearProcessNumbered"/>
    <dgm:cxn modelId="{0678DCE2-E3F7-4C9F-922D-2F7F940E5209}" type="presParOf" srcId="{46F36252-2902-44F8-BF9F-C32EA4B13C2D}" destId="{72679A90-7EF5-4F9E-AD00-2457B90B5ACF}" srcOrd="0" destOrd="0" presId="urn:microsoft.com/office/officeart/2016/7/layout/BasicLinearProcessNumbered"/>
    <dgm:cxn modelId="{A5CC38CC-AED5-4518-86C2-4A86264A129F}" type="presParOf" srcId="{46F36252-2902-44F8-BF9F-C32EA4B13C2D}" destId="{44085F5F-CF4C-48D4-891A-F57B57A18076}" srcOrd="1" destOrd="0" presId="urn:microsoft.com/office/officeart/2016/7/layout/BasicLinearProcessNumbered"/>
    <dgm:cxn modelId="{AC770FB2-9398-45C2-935D-50A777BFAB5B}" type="presParOf" srcId="{46F36252-2902-44F8-BF9F-C32EA4B13C2D}" destId="{9DBD190C-24D7-43C1-B93C-9C67F417D67D}" srcOrd="2" destOrd="0" presId="urn:microsoft.com/office/officeart/2016/7/layout/BasicLinearProcessNumbered"/>
    <dgm:cxn modelId="{B06BB9BB-492C-4433-990D-DF92602116FC}" type="presParOf" srcId="{46F36252-2902-44F8-BF9F-C32EA4B13C2D}" destId="{30592685-4DCE-463C-9B36-97D1FA56BDA0}"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1A31244-1834-47A4-A8D2-C759E7C7E5D9}" type="doc">
      <dgm:prSet loTypeId="urn:microsoft.com/office/officeart/2016/7/layout/ChevronBlockProcess" loCatId="process" qsTypeId="urn:microsoft.com/office/officeart/2005/8/quickstyle/simple1" qsCatId="simple" csTypeId="urn:microsoft.com/office/officeart/2005/8/colors/accent1_2" csCatId="accent1"/>
      <dgm:spPr/>
      <dgm:t>
        <a:bodyPr/>
        <a:lstStyle/>
        <a:p>
          <a:endParaRPr lang="en-US"/>
        </a:p>
      </dgm:t>
    </dgm:pt>
    <dgm:pt modelId="{905D810F-FFEC-48D2-B492-29CF172EA64D}">
      <dgm:prSet/>
      <dgm:spPr/>
      <dgm:t>
        <a:bodyPr/>
        <a:lstStyle/>
        <a:p>
          <a:r>
            <a:rPr lang="en-US"/>
            <a:t>Add</a:t>
          </a:r>
        </a:p>
      </dgm:t>
    </dgm:pt>
    <dgm:pt modelId="{89D4EB88-31AC-49D0-8E87-DB5222A57433}" type="parTrans" cxnId="{BB3D9E47-CA54-4205-B5DE-5F892F093843}">
      <dgm:prSet/>
      <dgm:spPr/>
      <dgm:t>
        <a:bodyPr/>
        <a:lstStyle/>
        <a:p>
          <a:endParaRPr lang="en-US"/>
        </a:p>
      </dgm:t>
    </dgm:pt>
    <dgm:pt modelId="{B07A0CB4-EB92-48EC-A1E5-B67E9E86F0F3}" type="sibTrans" cxnId="{BB3D9E47-CA54-4205-B5DE-5F892F093843}">
      <dgm:prSet/>
      <dgm:spPr/>
      <dgm:t>
        <a:bodyPr/>
        <a:lstStyle/>
        <a:p>
          <a:endParaRPr lang="en-US"/>
        </a:p>
      </dgm:t>
    </dgm:pt>
    <dgm:pt modelId="{C4E4DA88-3450-4823-83F5-0D46A6E2AFD2}">
      <dgm:prSet/>
      <dgm:spPr/>
      <dgm:t>
        <a:bodyPr/>
        <a:lstStyle/>
        <a:p>
          <a:r>
            <a:rPr lang="en-US"/>
            <a:t>Add database support for persistent data </a:t>
          </a:r>
        </a:p>
      </dgm:t>
    </dgm:pt>
    <dgm:pt modelId="{134A396B-2415-4476-907C-5A9FB53088D0}" type="parTrans" cxnId="{68D1ECD9-D61F-4CBE-B2E4-7B57E319B69C}">
      <dgm:prSet/>
      <dgm:spPr/>
      <dgm:t>
        <a:bodyPr/>
        <a:lstStyle/>
        <a:p>
          <a:endParaRPr lang="en-US"/>
        </a:p>
      </dgm:t>
    </dgm:pt>
    <dgm:pt modelId="{6960CE0E-5B06-4311-BE1B-A9632C8A2C7E}" type="sibTrans" cxnId="{68D1ECD9-D61F-4CBE-B2E4-7B57E319B69C}">
      <dgm:prSet/>
      <dgm:spPr/>
      <dgm:t>
        <a:bodyPr/>
        <a:lstStyle/>
        <a:p>
          <a:endParaRPr lang="en-US"/>
        </a:p>
      </dgm:t>
    </dgm:pt>
    <dgm:pt modelId="{DD699470-18AD-4048-BB72-A0DCBFE73A35}">
      <dgm:prSet/>
      <dgm:spPr/>
      <dgm:t>
        <a:bodyPr/>
        <a:lstStyle/>
        <a:p>
          <a:r>
            <a:rPr lang="en-US"/>
            <a:t>Add</a:t>
          </a:r>
        </a:p>
      </dgm:t>
    </dgm:pt>
    <dgm:pt modelId="{C5454FF3-F2A2-430B-8B20-5FC585603321}" type="parTrans" cxnId="{8E72FD86-5901-4300-8F76-15BD53497EE3}">
      <dgm:prSet/>
      <dgm:spPr/>
      <dgm:t>
        <a:bodyPr/>
        <a:lstStyle/>
        <a:p>
          <a:endParaRPr lang="en-US"/>
        </a:p>
      </dgm:t>
    </dgm:pt>
    <dgm:pt modelId="{145F91F3-75A3-4783-BA05-2B3B5DEBFA21}" type="sibTrans" cxnId="{8E72FD86-5901-4300-8F76-15BD53497EE3}">
      <dgm:prSet/>
      <dgm:spPr/>
      <dgm:t>
        <a:bodyPr/>
        <a:lstStyle/>
        <a:p>
          <a:endParaRPr lang="en-US"/>
        </a:p>
      </dgm:t>
    </dgm:pt>
    <dgm:pt modelId="{7CB88F20-E6E9-4453-A300-7D9C5A128B51}">
      <dgm:prSet/>
      <dgm:spPr/>
      <dgm:t>
        <a:bodyPr/>
        <a:lstStyle/>
        <a:p>
          <a:r>
            <a:rPr lang="en-US"/>
            <a:t>Add email/SMS notifications for appointments </a:t>
          </a:r>
        </a:p>
      </dgm:t>
    </dgm:pt>
    <dgm:pt modelId="{754DEE43-07FD-4FD0-977D-320CD36FD14C}" type="parTrans" cxnId="{8C64AFD6-7A9F-4B4B-9C71-B8B0FD011171}">
      <dgm:prSet/>
      <dgm:spPr/>
      <dgm:t>
        <a:bodyPr/>
        <a:lstStyle/>
        <a:p>
          <a:endParaRPr lang="en-US"/>
        </a:p>
      </dgm:t>
    </dgm:pt>
    <dgm:pt modelId="{86EB6388-B123-4252-83E6-F67678123133}" type="sibTrans" cxnId="{8C64AFD6-7A9F-4B4B-9C71-B8B0FD011171}">
      <dgm:prSet/>
      <dgm:spPr/>
      <dgm:t>
        <a:bodyPr/>
        <a:lstStyle/>
        <a:p>
          <a:endParaRPr lang="en-US"/>
        </a:p>
      </dgm:t>
    </dgm:pt>
    <dgm:pt modelId="{019279BA-F447-4D94-81BB-AA94E3EE81BB}">
      <dgm:prSet/>
      <dgm:spPr/>
      <dgm:t>
        <a:bodyPr/>
        <a:lstStyle/>
        <a:p>
          <a:r>
            <a:rPr lang="en-US"/>
            <a:t>Improve</a:t>
          </a:r>
        </a:p>
      </dgm:t>
    </dgm:pt>
    <dgm:pt modelId="{5AEF7AE1-7362-45BF-8A97-3E927DB6842D}" type="parTrans" cxnId="{6A2719A5-8E2E-424E-8DC2-E79DB092B873}">
      <dgm:prSet/>
      <dgm:spPr/>
      <dgm:t>
        <a:bodyPr/>
        <a:lstStyle/>
        <a:p>
          <a:endParaRPr lang="en-US"/>
        </a:p>
      </dgm:t>
    </dgm:pt>
    <dgm:pt modelId="{7913F4B9-57C6-4370-96DB-4A4E2768D3BC}" type="sibTrans" cxnId="{6A2719A5-8E2E-424E-8DC2-E79DB092B873}">
      <dgm:prSet/>
      <dgm:spPr/>
      <dgm:t>
        <a:bodyPr/>
        <a:lstStyle/>
        <a:p>
          <a:endParaRPr lang="en-US"/>
        </a:p>
      </dgm:t>
    </dgm:pt>
    <dgm:pt modelId="{169702B5-5237-4BD8-BD53-9608096B96F3}">
      <dgm:prSet/>
      <dgm:spPr/>
      <dgm:t>
        <a:bodyPr/>
        <a:lstStyle/>
        <a:p>
          <a:r>
            <a:rPr lang="en-US"/>
            <a:t>Improve UI/UX with React or Angular </a:t>
          </a:r>
        </a:p>
      </dgm:t>
    </dgm:pt>
    <dgm:pt modelId="{069219FC-0284-4F00-82D3-25659902F7DB}" type="parTrans" cxnId="{912836C5-F2FF-469C-8EC1-496A2E1BC525}">
      <dgm:prSet/>
      <dgm:spPr/>
      <dgm:t>
        <a:bodyPr/>
        <a:lstStyle/>
        <a:p>
          <a:endParaRPr lang="en-US"/>
        </a:p>
      </dgm:t>
    </dgm:pt>
    <dgm:pt modelId="{F07DF2A2-0042-4E8C-8A27-59AFBB029BAB}" type="sibTrans" cxnId="{912836C5-F2FF-469C-8EC1-496A2E1BC525}">
      <dgm:prSet/>
      <dgm:spPr/>
      <dgm:t>
        <a:bodyPr/>
        <a:lstStyle/>
        <a:p>
          <a:endParaRPr lang="en-US"/>
        </a:p>
      </dgm:t>
    </dgm:pt>
    <dgm:pt modelId="{AC16AEE7-0489-45F5-A97B-3C6C668D7FE8}">
      <dgm:prSet/>
      <dgm:spPr/>
      <dgm:t>
        <a:bodyPr/>
        <a:lstStyle/>
        <a:p>
          <a:r>
            <a:rPr lang="en-US"/>
            <a:t>Add</a:t>
          </a:r>
        </a:p>
      </dgm:t>
    </dgm:pt>
    <dgm:pt modelId="{EC7DFA37-A580-44CF-848C-F97D9E4D784E}" type="parTrans" cxnId="{7E90B6AB-6510-4C55-8913-CC915D7A3228}">
      <dgm:prSet/>
      <dgm:spPr/>
      <dgm:t>
        <a:bodyPr/>
        <a:lstStyle/>
        <a:p>
          <a:endParaRPr lang="en-US"/>
        </a:p>
      </dgm:t>
    </dgm:pt>
    <dgm:pt modelId="{3707E291-C4F4-47CA-B0A1-666A1841285B}" type="sibTrans" cxnId="{7E90B6AB-6510-4C55-8913-CC915D7A3228}">
      <dgm:prSet/>
      <dgm:spPr/>
      <dgm:t>
        <a:bodyPr/>
        <a:lstStyle/>
        <a:p>
          <a:endParaRPr lang="en-US"/>
        </a:p>
      </dgm:t>
    </dgm:pt>
    <dgm:pt modelId="{E2B03745-8DE0-4752-8C90-15413AFF88DF}">
      <dgm:prSet/>
      <dgm:spPr/>
      <dgm:t>
        <a:bodyPr/>
        <a:lstStyle/>
        <a:p>
          <a:r>
            <a:rPr lang="en-US"/>
            <a:t>Add admin panel for hospital management </a:t>
          </a:r>
        </a:p>
      </dgm:t>
    </dgm:pt>
    <dgm:pt modelId="{9F2A3FCD-8F13-4A07-B5D7-E1E9BE304F75}" type="parTrans" cxnId="{E9AB3804-7AC7-43D2-A129-C0711FF96D77}">
      <dgm:prSet/>
      <dgm:spPr/>
      <dgm:t>
        <a:bodyPr/>
        <a:lstStyle/>
        <a:p>
          <a:endParaRPr lang="en-US"/>
        </a:p>
      </dgm:t>
    </dgm:pt>
    <dgm:pt modelId="{486BD780-0947-48F3-AFDC-D3DEBEAF79DA}" type="sibTrans" cxnId="{E9AB3804-7AC7-43D2-A129-C0711FF96D77}">
      <dgm:prSet/>
      <dgm:spPr/>
      <dgm:t>
        <a:bodyPr/>
        <a:lstStyle/>
        <a:p>
          <a:endParaRPr lang="en-US"/>
        </a:p>
      </dgm:t>
    </dgm:pt>
    <dgm:pt modelId="{6FD6F548-7885-49BD-B1F8-095AE9CF1D72}" type="pres">
      <dgm:prSet presAssocID="{11A31244-1834-47A4-A8D2-C759E7C7E5D9}" presName="Name0" presStyleCnt="0">
        <dgm:presLayoutVars>
          <dgm:dir/>
          <dgm:animLvl val="lvl"/>
          <dgm:resizeHandles val="exact"/>
        </dgm:presLayoutVars>
      </dgm:prSet>
      <dgm:spPr/>
    </dgm:pt>
    <dgm:pt modelId="{5046D322-427D-4C30-87C8-D8B69DF68708}" type="pres">
      <dgm:prSet presAssocID="{905D810F-FFEC-48D2-B492-29CF172EA64D}" presName="composite" presStyleCnt="0"/>
      <dgm:spPr/>
    </dgm:pt>
    <dgm:pt modelId="{06DFFDA5-27C0-4059-8DAD-0AA0C6841DFA}" type="pres">
      <dgm:prSet presAssocID="{905D810F-FFEC-48D2-B492-29CF172EA64D}" presName="parTx" presStyleLbl="alignNode1" presStyleIdx="0" presStyleCnt="4">
        <dgm:presLayoutVars>
          <dgm:chMax val="0"/>
          <dgm:chPref val="0"/>
        </dgm:presLayoutVars>
      </dgm:prSet>
      <dgm:spPr/>
    </dgm:pt>
    <dgm:pt modelId="{4F0990CF-6272-4583-82BE-BF658B0755E3}" type="pres">
      <dgm:prSet presAssocID="{905D810F-FFEC-48D2-B492-29CF172EA64D}" presName="desTx" presStyleLbl="alignAccFollowNode1" presStyleIdx="0" presStyleCnt="4">
        <dgm:presLayoutVars/>
      </dgm:prSet>
      <dgm:spPr/>
    </dgm:pt>
    <dgm:pt modelId="{AB175DFC-18A7-4D01-9E75-777475AFEB35}" type="pres">
      <dgm:prSet presAssocID="{B07A0CB4-EB92-48EC-A1E5-B67E9E86F0F3}" presName="space" presStyleCnt="0"/>
      <dgm:spPr/>
    </dgm:pt>
    <dgm:pt modelId="{F9EA8091-3CFD-495E-8330-A7728AA2626B}" type="pres">
      <dgm:prSet presAssocID="{DD699470-18AD-4048-BB72-A0DCBFE73A35}" presName="composite" presStyleCnt="0"/>
      <dgm:spPr/>
    </dgm:pt>
    <dgm:pt modelId="{50451659-CFB5-48BA-8136-E1BD2A151EBA}" type="pres">
      <dgm:prSet presAssocID="{DD699470-18AD-4048-BB72-A0DCBFE73A35}" presName="parTx" presStyleLbl="alignNode1" presStyleIdx="1" presStyleCnt="4">
        <dgm:presLayoutVars>
          <dgm:chMax val="0"/>
          <dgm:chPref val="0"/>
        </dgm:presLayoutVars>
      </dgm:prSet>
      <dgm:spPr/>
    </dgm:pt>
    <dgm:pt modelId="{BD010132-22F1-435A-BF88-EFDDCF4A3705}" type="pres">
      <dgm:prSet presAssocID="{DD699470-18AD-4048-BB72-A0DCBFE73A35}" presName="desTx" presStyleLbl="alignAccFollowNode1" presStyleIdx="1" presStyleCnt="4">
        <dgm:presLayoutVars/>
      </dgm:prSet>
      <dgm:spPr/>
    </dgm:pt>
    <dgm:pt modelId="{53B86264-FB63-42C6-983C-9FE779305267}" type="pres">
      <dgm:prSet presAssocID="{145F91F3-75A3-4783-BA05-2B3B5DEBFA21}" presName="space" presStyleCnt="0"/>
      <dgm:spPr/>
    </dgm:pt>
    <dgm:pt modelId="{B7CF1F29-D32E-4950-94B4-F16B0C175009}" type="pres">
      <dgm:prSet presAssocID="{019279BA-F447-4D94-81BB-AA94E3EE81BB}" presName="composite" presStyleCnt="0"/>
      <dgm:spPr/>
    </dgm:pt>
    <dgm:pt modelId="{0EB9C8A9-EF5A-4342-8C65-4FC0D5262A9C}" type="pres">
      <dgm:prSet presAssocID="{019279BA-F447-4D94-81BB-AA94E3EE81BB}" presName="parTx" presStyleLbl="alignNode1" presStyleIdx="2" presStyleCnt="4">
        <dgm:presLayoutVars>
          <dgm:chMax val="0"/>
          <dgm:chPref val="0"/>
        </dgm:presLayoutVars>
      </dgm:prSet>
      <dgm:spPr/>
    </dgm:pt>
    <dgm:pt modelId="{06FB2B30-D351-4097-83B8-C4AB56312B1B}" type="pres">
      <dgm:prSet presAssocID="{019279BA-F447-4D94-81BB-AA94E3EE81BB}" presName="desTx" presStyleLbl="alignAccFollowNode1" presStyleIdx="2" presStyleCnt="4">
        <dgm:presLayoutVars/>
      </dgm:prSet>
      <dgm:spPr/>
    </dgm:pt>
    <dgm:pt modelId="{EE3BF565-D537-44B2-B1F1-E92C761CD59B}" type="pres">
      <dgm:prSet presAssocID="{7913F4B9-57C6-4370-96DB-4A4E2768D3BC}" presName="space" presStyleCnt="0"/>
      <dgm:spPr/>
    </dgm:pt>
    <dgm:pt modelId="{32F1B619-AB18-4F5E-B449-1741F33981C8}" type="pres">
      <dgm:prSet presAssocID="{AC16AEE7-0489-45F5-A97B-3C6C668D7FE8}" presName="composite" presStyleCnt="0"/>
      <dgm:spPr/>
    </dgm:pt>
    <dgm:pt modelId="{9CBFFC10-6537-4624-B61D-A906F52C7195}" type="pres">
      <dgm:prSet presAssocID="{AC16AEE7-0489-45F5-A97B-3C6C668D7FE8}" presName="parTx" presStyleLbl="alignNode1" presStyleIdx="3" presStyleCnt="4">
        <dgm:presLayoutVars>
          <dgm:chMax val="0"/>
          <dgm:chPref val="0"/>
        </dgm:presLayoutVars>
      </dgm:prSet>
      <dgm:spPr/>
    </dgm:pt>
    <dgm:pt modelId="{8E39C506-021A-44AB-9825-E75A69CCE60C}" type="pres">
      <dgm:prSet presAssocID="{AC16AEE7-0489-45F5-A97B-3C6C668D7FE8}" presName="desTx" presStyleLbl="alignAccFollowNode1" presStyleIdx="3" presStyleCnt="4">
        <dgm:presLayoutVars/>
      </dgm:prSet>
      <dgm:spPr/>
    </dgm:pt>
  </dgm:ptLst>
  <dgm:cxnLst>
    <dgm:cxn modelId="{E9AB3804-7AC7-43D2-A129-C0711FF96D77}" srcId="{AC16AEE7-0489-45F5-A97B-3C6C668D7FE8}" destId="{E2B03745-8DE0-4752-8C90-15413AFF88DF}" srcOrd="0" destOrd="0" parTransId="{9F2A3FCD-8F13-4A07-B5D7-E1E9BE304F75}" sibTransId="{486BD780-0947-48F3-AFDC-D3DEBEAF79DA}"/>
    <dgm:cxn modelId="{B14CC021-CEF8-4557-8BEE-CB67932A1D30}" type="presOf" srcId="{019279BA-F447-4D94-81BB-AA94E3EE81BB}" destId="{0EB9C8A9-EF5A-4342-8C65-4FC0D5262A9C}" srcOrd="0" destOrd="0" presId="urn:microsoft.com/office/officeart/2016/7/layout/ChevronBlockProcess"/>
    <dgm:cxn modelId="{46D49D36-29EF-499B-AEE1-E80EF602DC88}" type="presOf" srcId="{905D810F-FFEC-48D2-B492-29CF172EA64D}" destId="{06DFFDA5-27C0-4059-8DAD-0AA0C6841DFA}" srcOrd="0" destOrd="0" presId="urn:microsoft.com/office/officeart/2016/7/layout/ChevronBlockProcess"/>
    <dgm:cxn modelId="{B0D72A62-6E35-486A-A57F-9D802F60A79A}" type="presOf" srcId="{E2B03745-8DE0-4752-8C90-15413AFF88DF}" destId="{8E39C506-021A-44AB-9825-E75A69CCE60C}" srcOrd="0" destOrd="0" presId="urn:microsoft.com/office/officeart/2016/7/layout/ChevronBlockProcess"/>
    <dgm:cxn modelId="{05DB5A67-FBB0-4D2B-BAEB-3CCA39248905}" type="presOf" srcId="{DD699470-18AD-4048-BB72-A0DCBFE73A35}" destId="{50451659-CFB5-48BA-8136-E1BD2A151EBA}" srcOrd="0" destOrd="0" presId="urn:microsoft.com/office/officeart/2016/7/layout/ChevronBlockProcess"/>
    <dgm:cxn modelId="{BB3D9E47-CA54-4205-B5DE-5F892F093843}" srcId="{11A31244-1834-47A4-A8D2-C759E7C7E5D9}" destId="{905D810F-FFEC-48D2-B492-29CF172EA64D}" srcOrd="0" destOrd="0" parTransId="{89D4EB88-31AC-49D0-8E87-DB5222A57433}" sibTransId="{B07A0CB4-EB92-48EC-A1E5-B67E9E86F0F3}"/>
    <dgm:cxn modelId="{4B162E5A-66F2-46DF-A830-C58386CCE2EB}" type="presOf" srcId="{C4E4DA88-3450-4823-83F5-0D46A6E2AFD2}" destId="{4F0990CF-6272-4583-82BE-BF658B0755E3}" srcOrd="0" destOrd="0" presId="urn:microsoft.com/office/officeart/2016/7/layout/ChevronBlockProcess"/>
    <dgm:cxn modelId="{8E72FD86-5901-4300-8F76-15BD53497EE3}" srcId="{11A31244-1834-47A4-A8D2-C759E7C7E5D9}" destId="{DD699470-18AD-4048-BB72-A0DCBFE73A35}" srcOrd="1" destOrd="0" parTransId="{C5454FF3-F2A2-430B-8B20-5FC585603321}" sibTransId="{145F91F3-75A3-4783-BA05-2B3B5DEBFA21}"/>
    <dgm:cxn modelId="{CF8C2C8D-C578-4CF6-A349-075B7B98A9CF}" type="presOf" srcId="{7CB88F20-E6E9-4453-A300-7D9C5A128B51}" destId="{BD010132-22F1-435A-BF88-EFDDCF4A3705}" srcOrd="0" destOrd="0" presId="urn:microsoft.com/office/officeart/2016/7/layout/ChevronBlockProcess"/>
    <dgm:cxn modelId="{6A2719A5-8E2E-424E-8DC2-E79DB092B873}" srcId="{11A31244-1834-47A4-A8D2-C759E7C7E5D9}" destId="{019279BA-F447-4D94-81BB-AA94E3EE81BB}" srcOrd="2" destOrd="0" parTransId="{5AEF7AE1-7362-45BF-8A97-3E927DB6842D}" sibTransId="{7913F4B9-57C6-4370-96DB-4A4E2768D3BC}"/>
    <dgm:cxn modelId="{A2F3F3A6-020A-4D2A-B362-14521708DD73}" type="presOf" srcId="{AC16AEE7-0489-45F5-A97B-3C6C668D7FE8}" destId="{9CBFFC10-6537-4624-B61D-A906F52C7195}" srcOrd="0" destOrd="0" presId="urn:microsoft.com/office/officeart/2016/7/layout/ChevronBlockProcess"/>
    <dgm:cxn modelId="{7E90B6AB-6510-4C55-8913-CC915D7A3228}" srcId="{11A31244-1834-47A4-A8D2-C759E7C7E5D9}" destId="{AC16AEE7-0489-45F5-A97B-3C6C668D7FE8}" srcOrd="3" destOrd="0" parTransId="{EC7DFA37-A580-44CF-848C-F97D9E4D784E}" sibTransId="{3707E291-C4F4-47CA-B0A1-666A1841285B}"/>
    <dgm:cxn modelId="{0612A1B1-6766-4FCA-BCCA-52FDDFD22D00}" type="presOf" srcId="{11A31244-1834-47A4-A8D2-C759E7C7E5D9}" destId="{6FD6F548-7885-49BD-B1F8-095AE9CF1D72}" srcOrd="0" destOrd="0" presId="urn:microsoft.com/office/officeart/2016/7/layout/ChevronBlockProcess"/>
    <dgm:cxn modelId="{912836C5-F2FF-469C-8EC1-496A2E1BC525}" srcId="{019279BA-F447-4D94-81BB-AA94E3EE81BB}" destId="{169702B5-5237-4BD8-BD53-9608096B96F3}" srcOrd="0" destOrd="0" parTransId="{069219FC-0284-4F00-82D3-25659902F7DB}" sibTransId="{F07DF2A2-0042-4E8C-8A27-59AFBB029BAB}"/>
    <dgm:cxn modelId="{28269FCD-6AD2-48E8-BC6F-A534FB43CA5E}" type="presOf" srcId="{169702B5-5237-4BD8-BD53-9608096B96F3}" destId="{06FB2B30-D351-4097-83B8-C4AB56312B1B}" srcOrd="0" destOrd="0" presId="urn:microsoft.com/office/officeart/2016/7/layout/ChevronBlockProcess"/>
    <dgm:cxn modelId="{8C64AFD6-7A9F-4B4B-9C71-B8B0FD011171}" srcId="{DD699470-18AD-4048-BB72-A0DCBFE73A35}" destId="{7CB88F20-E6E9-4453-A300-7D9C5A128B51}" srcOrd="0" destOrd="0" parTransId="{754DEE43-07FD-4FD0-977D-320CD36FD14C}" sibTransId="{86EB6388-B123-4252-83E6-F67678123133}"/>
    <dgm:cxn modelId="{68D1ECD9-D61F-4CBE-B2E4-7B57E319B69C}" srcId="{905D810F-FFEC-48D2-B492-29CF172EA64D}" destId="{C4E4DA88-3450-4823-83F5-0D46A6E2AFD2}" srcOrd="0" destOrd="0" parTransId="{134A396B-2415-4476-907C-5A9FB53088D0}" sibTransId="{6960CE0E-5B06-4311-BE1B-A9632C8A2C7E}"/>
    <dgm:cxn modelId="{D88FCF00-21D8-4842-BFD7-FD3DEEF79B33}" type="presParOf" srcId="{6FD6F548-7885-49BD-B1F8-095AE9CF1D72}" destId="{5046D322-427D-4C30-87C8-D8B69DF68708}" srcOrd="0" destOrd="0" presId="urn:microsoft.com/office/officeart/2016/7/layout/ChevronBlockProcess"/>
    <dgm:cxn modelId="{705E2A91-782B-4120-A861-2FA657197497}" type="presParOf" srcId="{5046D322-427D-4C30-87C8-D8B69DF68708}" destId="{06DFFDA5-27C0-4059-8DAD-0AA0C6841DFA}" srcOrd="0" destOrd="0" presId="urn:microsoft.com/office/officeart/2016/7/layout/ChevronBlockProcess"/>
    <dgm:cxn modelId="{0BFF2C4D-19B1-4B90-8A7A-82F2A1621E6A}" type="presParOf" srcId="{5046D322-427D-4C30-87C8-D8B69DF68708}" destId="{4F0990CF-6272-4583-82BE-BF658B0755E3}" srcOrd="1" destOrd="0" presId="urn:microsoft.com/office/officeart/2016/7/layout/ChevronBlockProcess"/>
    <dgm:cxn modelId="{DB5BCEC8-37AD-4AEE-8280-B4A0D05010A2}" type="presParOf" srcId="{6FD6F548-7885-49BD-B1F8-095AE9CF1D72}" destId="{AB175DFC-18A7-4D01-9E75-777475AFEB35}" srcOrd="1" destOrd="0" presId="urn:microsoft.com/office/officeart/2016/7/layout/ChevronBlockProcess"/>
    <dgm:cxn modelId="{D57299FA-DDC6-40B5-8417-AA7F5BF86498}" type="presParOf" srcId="{6FD6F548-7885-49BD-B1F8-095AE9CF1D72}" destId="{F9EA8091-3CFD-495E-8330-A7728AA2626B}" srcOrd="2" destOrd="0" presId="urn:microsoft.com/office/officeart/2016/7/layout/ChevronBlockProcess"/>
    <dgm:cxn modelId="{2606A0E2-8014-4A9F-8617-72518879D20F}" type="presParOf" srcId="{F9EA8091-3CFD-495E-8330-A7728AA2626B}" destId="{50451659-CFB5-48BA-8136-E1BD2A151EBA}" srcOrd="0" destOrd="0" presId="urn:microsoft.com/office/officeart/2016/7/layout/ChevronBlockProcess"/>
    <dgm:cxn modelId="{8BDEC35A-748E-4F7E-8E36-CB9B6385EBB6}" type="presParOf" srcId="{F9EA8091-3CFD-495E-8330-A7728AA2626B}" destId="{BD010132-22F1-435A-BF88-EFDDCF4A3705}" srcOrd="1" destOrd="0" presId="urn:microsoft.com/office/officeart/2016/7/layout/ChevronBlockProcess"/>
    <dgm:cxn modelId="{E08A0DD0-A4E9-44F9-B296-97D240F18EEB}" type="presParOf" srcId="{6FD6F548-7885-49BD-B1F8-095AE9CF1D72}" destId="{53B86264-FB63-42C6-983C-9FE779305267}" srcOrd="3" destOrd="0" presId="urn:microsoft.com/office/officeart/2016/7/layout/ChevronBlockProcess"/>
    <dgm:cxn modelId="{4658DF92-971D-4E7E-9A36-9BA6D6B9E6F7}" type="presParOf" srcId="{6FD6F548-7885-49BD-B1F8-095AE9CF1D72}" destId="{B7CF1F29-D32E-4950-94B4-F16B0C175009}" srcOrd="4" destOrd="0" presId="urn:microsoft.com/office/officeart/2016/7/layout/ChevronBlockProcess"/>
    <dgm:cxn modelId="{C30FDD2B-4534-4966-B84B-9050B0510683}" type="presParOf" srcId="{B7CF1F29-D32E-4950-94B4-F16B0C175009}" destId="{0EB9C8A9-EF5A-4342-8C65-4FC0D5262A9C}" srcOrd="0" destOrd="0" presId="urn:microsoft.com/office/officeart/2016/7/layout/ChevronBlockProcess"/>
    <dgm:cxn modelId="{6E6FC485-FAFA-4BC0-8C05-53CB1271DAF7}" type="presParOf" srcId="{B7CF1F29-D32E-4950-94B4-F16B0C175009}" destId="{06FB2B30-D351-4097-83B8-C4AB56312B1B}" srcOrd="1" destOrd="0" presId="urn:microsoft.com/office/officeart/2016/7/layout/ChevronBlockProcess"/>
    <dgm:cxn modelId="{23F6AD15-503E-4542-9BAE-D34B2E30959E}" type="presParOf" srcId="{6FD6F548-7885-49BD-B1F8-095AE9CF1D72}" destId="{EE3BF565-D537-44B2-B1F1-E92C761CD59B}" srcOrd="5" destOrd="0" presId="urn:microsoft.com/office/officeart/2016/7/layout/ChevronBlockProcess"/>
    <dgm:cxn modelId="{41D7542A-3773-43C9-A8A3-6646337C5F29}" type="presParOf" srcId="{6FD6F548-7885-49BD-B1F8-095AE9CF1D72}" destId="{32F1B619-AB18-4F5E-B449-1741F33981C8}" srcOrd="6" destOrd="0" presId="urn:microsoft.com/office/officeart/2016/7/layout/ChevronBlockProcess"/>
    <dgm:cxn modelId="{C69703E1-F6AD-4ABB-B1F2-3B560C4261F7}" type="presParOf" srcId="{32F1B619-AB18-4F5E-B449-1741F33981C8}" destId="{9CBFFC10-6537-4624-B61D-A906F52C7195}" srcOrd="0" destOrd="0" presId="urn:microsoft.com/office/officeart/2016/7/layout/ChevronBlockProcess"/>
    <dgm:cxn modelId="{A739064F-919A-48E7-851E-C91CF33A48B1}" type="presParOf" srcId="{32F1B619-AB18-4F5E-B449-1741F33981C8}" destId="{8E39C506-021A-44AB-9825-E75A69CCE60C}" srcOrd="1" destOrd="0" presId="urn:microsoft.com/office/officeart/2016/7/layout/Chevron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6F4518A-08F7-42F3-84C4-93A535A50E99}"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8D0C736-E7ED-4B89-96DD-4BBEC1EF173A}">
      <dgm:prSet/>
      <dgm:spPr/>
      <dgm:t>
        <a:bodyPr/>
        <a:lstStyle/>
        <a:p>
          <a:r>
            <a:rPr lang="en-US" b="0" i="0" baseline="0"/>
            <a:t>Simplifies appointment management </a:t>
          </a:r>
          <a:endParaRPr lang="en-US"/>
        </a:p>
      </dgm:t>
    </dgm:pt>
    <dgm:pt modelId="{3F8C3E0E-8F26-456D-B342-5F29BCCE5827}" type="parTrans" cxnId="{549B5D19-FD26-41F4-A04E-951E0F21D76E}">
      <dgm:prSet/>
      <dgm:spPr/>
      <dgm:t>
        <a:bodyPr/>
        <a:lstStyle/>
        <a:p>
          <a:endParaRPr lang="en-US"/>
        </a:p>
      </dgm:t>
    </dgm:pt>
    <dgm:pt modelId="{4A9DEFF5-AB26-48D2-91EA-3604B17F78A9}" type="sibTrans" cxnId="{549B5D19-FD26-41F4-A04E-951E0F21D76E}">
      <dgm:prSet/>
      <dgm:spPr/>
      <dgm:t>
        <a:bodyPr/>
        <a:lstStyle/>
        <a:p>
          <a:endParaRPr lang="en-US"/>
        </a:p>
      </dgm:t>
    </dgm:pt>
    <dgm:pt modelId="{546F92D8-DB0D-4EB0-9A99-9A0665A3C896}">
      <dgm:prSet/>
      <dgm:spPr/>
      <dgm:t>
        <a:bodyPr/>
        <a:lstStyle/>
        <a:p>
          <a:r>
            <a:rPr lang="en-US" b="0" i="0" baseline="0"/>
            <a:t>Reduces manual errors </a:t>
          </a:r>
          <a:endParaRPr lang="en-US"/>
        </a:p>
      </dgm:t>
    </dgm:pt>
    <dgm:pt modelId="{C858C4E5-B256-46B6-9489-83450FD8D058}" type="parTrans" cxnId="{51A71C78-E2EB-4DB7-8D1D-B34AA790CEF3}">
      <dgm:prSet/>
      <dgm:spPr/>
      <dgm:t>
        <a:bodyPr/>
        <a:lstStyle/>
        <a:p>
          <a:endParaRPr lang="en-US"/>
        </a:p>
      </dgm:t>
    </dgm:pt>
    <dgm:pt modelId="{C2A341C4-5080-41FE-B0CD-57F8DEFFC13D}" type="sibTrans" cxnId="{51A71C78-E2EB-4DB7-8D1D-B34AA790CEF3}">
      <dgm:prSet/>
      <dgm:spPr/>
      <dgm:t>
        <a:bodyPr/>
        <a:lstStyle/>
        <a:p>
          <a:endParaRPr lang="en-US"/>
        </a:p>
      </dgm:t>
    </dgm:pt>
    <dgm:pt modelId="{F8930F32-A64D-4C68-B721-1FFD08A282D1}">
      <dgm:prSet/>
      <dgm:spPr/>
      <dgm:t>
        <a:bodyPr/>
        <a:lstStyle/>
        <a:p>
          <a:r>
            <a:rPr lang="en-US" b="0" i="0" baseline="0"/>
            <a:t>Provides real-time access to schedules </a:t>
          </a:r>
          <a:endParaRPr lang="en-US"/>
        </a:p>
      </dgm:t>
    </dgm:pt>
    <dgm:pt modelId="{19F31947-5955-4D30-8A92-EDA70A88BB08}" type="parTrans" cxnId="{B1F3310D-D14C-4BB0-8AC3-24C586090C2C}">
      <dgm:prSet/>
      <dgm:spPr/>
      <dgm:t>
        <a:bodyPr/>
        <a:lstStyle/>
        <a:p>
          <a:endParaRPr lang="en-US"/>
        </a:p>
      </dgm:t>
    </dgm:pt>
    <dgm:pt modelId="{AFD69F42-5D9F-4121-964E-06EDB8981AC0}" type="sibTrans" cxnId="{B1F3310D-D14C-4BB0-8AC3-24C586090C2C}">
      <dgm:prSet/>
      <dgm:spPr/>
      <dgm:t>
        <a:bodyPr/>
        <a:lstStyle/>
        <a:p>
          <a:endParaRPr lang="en-US"/>
        </a:p>
      </dgm:t>
    </dgm:pt>
    <dgm:pt modelId="{FFBBC409-1F9C-42B1-A172-28FC559BD86E}">
      <dgm:prSet/>
      <dgm:spPr/>
      <dgm:t>
        <a:bodyPr/>
        <a:lstStyle/>
        <a:p>
          <a:r>
            <a:rPr lang="en-US" b="0" i="0" baseline="0"/>
            <a:t>Helps both patients and doctors efficiently </a:t>
          </a:r>
          <a:endParaRPr lang="en-US"/>
        </a:p>
      </dgm:t>
    </dgm:pt>
    <dgm:pt modelId="{A264F162-86A0-40A8-85DA-FC14410C42A1}" type="parTrans" cxnId="{4961B345-A291-4A96-8FBE-7F3CC0241B8D}">
      <dgm:prSet/>
      <dgm:spPr/>
      <dgm:t>
        <a:bodyPr/>
        <a:lstStyle/>
        <a:p>
          <a:endParaRPr lang="en-US"/>
        </a:p>
      </dgm:t>
    </dgm:pt>
    <dgm:pt modelId="{18EC7B40-796D-437E-A80A-C7646E1B9B39}" type="sibTrans" cxnId="{4961B345-A291-4A96-8FBE-7F3CC0241B8D}">
      <dgm:prSet/>
      <dgm:spPr/>
      <dgm:t>
        <a:bodyPr/>
        <a:lstStyle/>
        <a:p>
          <a:endParaRPr lang="en-US"/>
        </a:p>
      </dgm:t>
    </dgm:pt>
    <dgm:pt modelId="{971BDCA7-EAA7-491F-9D50-4FBD21D9CCA4}" type="pres">
      <dgm:prSet presAssocID="{C6F4518A-08F7-42F3-84C4-93A535A50E99}" presName="root" presStyleCnt="0">
        <dgm:presLayoutVars>
          <dgm:dir/>
          <dgm:resizeHandles val="exact"/>
        </dgm:presLayoutVars>
      </dgm:prSet>
      <dgm:spPr/>
    </dgm:pt>
    <dgm:pt modelId="{F2D30321-F6F5-46ED-9CD8-0C2E7BE38609}" type="pres">
      <dgm:prSet presAssocID="{D8D0C736-E7ED-4B89-96DD-4BBEC1EF173A}" presName="compNode" presStyleCnt="0"/>
      <dgm:spPr/>
    </dgm:pt>
    <dgm:pt modelId="{8275BA94-7168-429A-9FB7-568E3BAF1627}" type="pres">
      <dgm:prSet presAssocID="{D8D0C736-E7ED-4B89-96DD-4BBEC1EF173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C942FFA1-4922-4071-B74E-CA5A64454B73}" type="pres">
      <dgm:prSet presAssocID="{D8D0C736-E7ED-4B89-96DD-4BBEC1EF173A}" presName="spaceRect" presStyleCnt="0"/>
      <dgm:spPr/>
    </dgm:pt>
    <dgm:pt modelId="{C6ECC708-D76E-441B-AE52-A717B85B004B}" type="pres">
      <dgm:prSet presAssocID="{D8D0C736-E7ED-4B89-96DD-4BBEC1EF173A}" presName="textRect" presStyleLbl="revTx" presStyleIdx="0" presStyleCnt="4">
        <dgm:presLayoutVars>
          <dgm:chMax val="1"/>
          <dgm:chPref val="1"/>
        </dgm:presLayoutVars>
      </dgm:prSet>
      <dgm:spPr/>
    </dgm:pt>
    <dgm:pt modelId="{92783EC2-F859-4B35-93F5-8F5E6AE52C06}" type="pres">
      <dgm:prSet presAssocID="{4A9DEFF5-AB26-48D2-91EA-3604B17F78A9}" presName="sibTrans" presStyleCnt="0"/>
      <dgm:spPr/>
    </dgm:pt>
    <dgm:pt modelId="{2D55D66D-0DC6-497F-9D03-573C4DAAD24C}" type="pres">
      <dgm:prSet presAssocID="{546F92D8-DB0D-4EB0-9A99-9A0665A3C896}" presName="compNode" presStyleCnt="0"/>
      <dgm:spPr/>
    </dgm:pt>
    <dgm:pt modelId="{824FFE41-9D39-428C-AF29-0D8018BFECA6}" type="pres">
      <dgm:prSet presAssocID="{546F92D8-DB0D-4EB0-9A99-9A0665A3C89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EB7672B0-391D-4812-9D3A-259EC7EE2EDA}" type="pres">
      <dgm:prSet presAssocID="{546F92D8-DB0D-4EB0-9A99-9A0665A3C896}" presName="spaceRect" presStyleCnt="0"/>
      <dgm:spPr/>
    </dgm:pt>
    <dgm:pt modelId="{ECF0ABD2-47D7-46BC-837C-25325A1ADD7B}" type="pres">
      <dgm:prSet presAssocID="{546F92D8-DB0D-4EB0-9A99-9A0665A3C896}" presName="textRect" presStyleLbl="revTx" presStyleIdx="1" presStyleCnt="4">
        <dgm:presLayoutVars>
          <dgm:chMax val="1"/>
          <dgm:chPref val="1"/>
        </dgm:presLayoutVars>
      </dgm:prSet>
      <dgm:spPr/>
    </dgm:pt>
    <dgm:pt modelId="{E3184AA6-BF63-4A99-B1A6-038BA0483C64}" type="pres">
      <dgm:prSet presAssocID="{C2A341C4-5080-41FE-B0CD-57F8DEFFC13D}" presName="sibTrans" presStyleCnt="0"/>
      <dgm:spPr/>
    </dgm:pt>
    <dgm:pt modelId="{48898CFF-BB77-475A-860E-23E3397ED479}" type="pres">
      <dgm:prSet presAssocID="{F8930F32-A64D-4C68-B721-1FFD08A282D1}" presName="compNode" presStyleCnt="0"/>
      <dgm:spPr/>
    </dgm:pt>
    <dgm:pt modelId="{36AD73ED-3644-4281-8894-FFAFB217F8E5}" type="pres">
      <dgm:prSet presAssocID="{F8930F32-A64D-4C68-B721-1FFD08A282D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CDD53078-9271-4256-BC0A-0D1CA4AD456F}" type="pres">
      <dgm:prSet presAssocID="{F8930F32-A64D-4C68-B721-1FFD08A282D1}" presName="spaceRect" presStyleCnt="0"/>
      <dgm:spPr/>
    </dgm:pt>
    <dgm:pt modelId="{B71326E3-4DF8-4C0B-B66D-997B82010742}" type="pres">
      <dgm:prSet presAssocID="{F8930F32-A64D-4C68-B721-1FFD08A282D1}" presName="textRect" presStyleLbl="revTx" presStyleIdx="2" presStyleCnt="4">
        <dgm:presLayoutVars>
          <dgm:chMax val="1"/>
          <dgm:chPref val="1"/>
        </dgm:presLayoutVars>
      </dgm:prSet>
      <dgm:spPr/>
    </dgm:pt>
    <dgm:pt modelId="{8FDD0877-57B9-49DE-BC1D-33C3F843DA59}" type="pres">
      <dgm:prSet presAssocID="{AFD69F42-5D9F-4121-964E-06EDB8981AC0}" presName="sibTrans" presStyleCnt="0"/>
      <dgm:spPr/>
    </dgm:pt>
    <dgm:pt modelId="{4B918D9E-4916-44AA-BA17-471CB6667BB4}" type="pres">
      <dgm:prSet presAssocID="{FFBBC409-1F9C-42B1-A172-28FC559BD86E}" presName="compNode" presStyleCnt="0"/>
      <dgm:spPr/>
    </dgm:pt>
    <dgm:pt modelId="{D90DF730-F1BB-4AC9-94B2-068304184452}" type="pres">
      <dgm:prSet presAssocID="{FFBBC409-1F9C-42B1-A172-28FC559BD86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ethoscope"/>
        </a:ext>
      </dgm:extLst>
    </dgm:pt>
    <dgm:pt modelId="{658DD004-0D71-441F-961C-3E01486855EA}" type="pres">
      <dgm:prSet presAssocID="{FFBBC409-1F9C-42B1-A172-28FC559BD86E}" presName="spaceRect" presStyleCnt="0"/>
      <dgm:spPr/>
    </dgm:pt>
    <dgm:pt modelId="{6C834243-6FE8-4885-A45D-5B8E2EE4F931}" type="pres">
      <dgm:prSet presAssocID="{FFBBC409-1F9C-42B1-A172-28FC559BD86E}" presName="textRect" presStyleLbl="revTx" presStyleIdx="3" presStyleCnt="4">
        <dgm:presLayoutVars>
          <dgm:chMax val="1"/>
          <dgm:chPref val="1"/>
        </dgm:presLayoutVars>
      </dgm:prSet>
      <dgm:spPr/>
    </dgm:pt>
  </dgm:ptLst>
  <dgm:cxnLst>
    <dgm:cxn modelId="{9286220B-04B0-4791-9515-D07EE0816E00}" type="presOf" srcId="{FFBBC409-1F9C-42B1-A172-28FC559BD86E}" destId="{6C834243-6FE8-4885-A45D-5B8E2EE4F931}" srcOrd="0" destOrd="0" presId="urn:microsoft.com/office/officeart/2018/2/layout/IconLabelList"/>
    <dgm:cxn modelId="{B1F3310D-D14C-4BB0-8AC3-24C586090C2C}" srcId="{C6F4518A-08F7-42F3-84C4-93A535A50E99}" destId="{F8930F32-A64D-4C68-B721-1FFD08A282D1}" srcOrd="2" destOrd="0" parTransId="{19F31947-5955-4D30-8A92-EDA70A88BB08}" sibTransId="{AFD69F42-5D9F-4121-964E-06EDB8981AC0}"/>
    <dgm:cxn modelId="{549B5D19-FD26-41F4-A04E-951E0F21D76E}" srcId="{C6F4518A-08F7-42F3-84C4-93A535A50E99}" destId="{D8D0C736-E7ED-4B89-96DD-4BBEC1EF173A}" srcOrd="0" destOrd="0" parTransId="{3F8C3E0E-8F26-456D-B342-5F29BCCE5827}" sibTransId="{4A9DEFF5-AB26-48D2-91EA-3604B17F78A9}"/>
    <dgm:cxn modelId="{4961B345-A291-4A96-8FBE-7F3CC0241B8D}" srcId="{C6F4518A-08F7-42F3-84C4-93A535A50E99}" destId="{FFBBC409-1F9C-42B1-A172-28FC559BD86E}" srcOrd="3" destOrd="0" parTransId="{A264F162-86A0-40A8-85DA-FC14410C42A1}" sibTransId="{18EC7B40-796D-437E-A80A-C7646E1B9B39}"/>
    <dgm:cxn modelId="{2739FA4C-9955-4810-99EC-76D9F3124591}" type="presOf" srcId="{C6F4518A-08F7-42F3-84C4-93A535A50E99}" destId="{971BDCA7-EAA7-491F-9D50-4FBD21D9CCA4}" srcOrd="0" destOrd="0" presId="urn:microsoft.com/office/officeart/2018/2/layout/IconLabelList"/>
    <dgm:cxn modelId="{51A71C78-E2EB-4DB7-8D1D-B34AA790CEF3}" srcId="{C6F4518A-08F7-42F3-84C4-93A535A50E99}" destId="{546F92D8-DB0D-4EB0-9A99-9A0665A3C896}" srcOrd="1" destOrd="0" parTransId="{C858C4E5-B256-46B6-9489-83450FD8D058}" sibTransId="{C2A341C4-5080-41FE-B0CD-57F8DEFFC13D}"/>
    <dgm:cxn modelId="{24552E79-F32B-4669-A042-86BBFF712CB5}" type="presOf" srcId="{546F92D8-DB0D-4EB0-9A99-9A0665A3C896}" destId="{ECF0ABD2-47D7-46BC-837C-25325A1ADD7B}" srcOrd="0" destOrd="0" presId="urn:microsoft.com/office/officeart/2018/2/layout/IconLabelList"/>
    <dgm:cxn modelId="{8B516792-64DE-4673-8E2D-F79E74312371}" type="presOf" srcId="{D8D0C736-E7ED-4B89-96DD-4BBEC1EF173A}" destId="{C6ECC708-D76E-441B-AE52-A717B85B004B}" srcOrd="0" destOrd="0" presId="urn:microsoft.com/office/officeart/2018/2/layout/IconLabelList"/>
    <dgm:cxn modelId="{DF0AF6B9-BC5B-419C-B67B-0BB5C0F158C2}" type="presOf" srcId="{F8930F32-A64D-4C68-B721-1FFD08A282D1}" destId="{B71326E3-4DF8-4C0B-B66D-997B82010742}" srcOrd="0" destOrd="0" presId="urn:microsoft.com/office/officeart/2018/2/layout/IconLabelList"/>
    <dgm:cxn modelId="{369BACCD-735D-4EAE-810A-8C9A118273C7}" type="presParOf" srcId="{971BDCA7-EAA7-491F-9D50-4FBD21D9CCA4}" destId="{F2D30321-F6F5-46ED-9CD8-0C2E7BE38609}" srcOrd="0" destOrd="0" presId="urn:microsoft.com/office/officeart/2018/2/layout/IconLabelList"/>
    <dgm:cxn modelId="{813F280A-A7D8-41E7-AACA-0CA3D508E75E}" type="presParOf" srcId="{F2D30321-F6F5-46ED-9CD8-0C2E7BE38609}" destId="{8275BA94-7168-429A-9FB7-568E3BAF1627}" srcOrd="0" destOrd="0" presId="urn:microsoft.com/office/officeart/2018/2/layout/IconLabelList"/>
    <dgm:cxn modelId="{1A273D0A-8E75-4D82-B46C-6E4E7D2C194B}" type="presParOf" srcId="{F2D30321-F6F5-46ED-9CD8-0C2E7BE38609}" destId="{C942FFA1-4922-4071-B74E-CA5A64454B73}" srcOrd="1" destOrd="0" presId="urn:microsoft.com/office/officeart/2018/2/layout/IconLabelList"/>
    <dgm:cxn modelId="{527F4615-85D8-4098-970C-5D2E6962F3B4}" type="presParOf" srcId="{F2D30321-F6F5-46ED-9CD8-0C2E7BE38609}" destId="{C6ECC708-D76E-441B-AE52-A717B85B004B}" srcOrd="2" destOrd="0" presId="urn:microsoft.com/office/officeart/2018/2/layout/IconLabelList"/>
    <dgm:cxn modelId="{B08D248D-8DD0-4F0F-A74A-AD9AE5CE7DFF}" type="presParOf" srcId="{971BDCA7-EAA7-491F-9D50-4FBD21D9CCA4}" destId="{92783EC2-F859-4B35-93F5-8F5E6AE52C06}" srcOrd="1" destOrd="0" presId="urn:microsoft.com/office/officeart/2018/2/layout/IconLabelList"/>
    <dgm:cxn modelId="{3C059284-29B1-49E3-90C2-E6D901F3547F}" type="presParOf" srcId="{971BDCA7-EAA7-491F-9D50-4FBD21D9CCA4}" destId="{2D55D66D-0DC6-497F-9D03-573C4DAAD24C}" srcOrd="2" destOrd="0" presId="urn:microsoft.com/office/officeart/2018/2/layout/IconLabelList"/>
    <dgm:cxn modelId="{78624D92-F12E-4B45-9119-F0F843DCC906}" type="presParOf" srcId="{2D55D66D-0DC6-497F-9D03-573C4DAAD24C}" destId="{824FFE41-9D39-428C-AF29-0D8018BFECA6}" srcOrd="0" destOrd="0" presId="urn:microsoft.com/office/officeart/2018/2/layout/IconLabelList"/>
    <dgm:cxn modelId="{BE176265-5145-4BAF-9D5F-3CD5B54020AE}" type="presParOf" srcId="{2D55D66D-0DC6-497F-9D03-573C4DAAD24C}" destId="{EB7672B0-391D-4812-9D3A-259EC7EE2EDA}" srcOrd="1" destOrd="0" presId="urn:microsoft.com/office/officeart/2018/2/layout/IconLabelList"/>
    <dgm:cxn modelId="{73DC1F9B-7420-4BFF-BD09-84AECD3A50BD}" type="presParOf" srcId="{2D55D66D-0DC6-497F-9D03-573C4DAAD24C}" destId="{ECF0ABD2-47D7-46BC-837C-25325A1ADD7B}" srcOrd="2" destOrd="0" presId="urn:microsoft.com/office/officeart/2018/2/layout/IconLabelList"/>
    <dgm:cxn modelId="{4C4F6A2D-BA15-46C7-BC68-B219F5A1DF4E}" type="presParOf" srcId="{971BDCA7-EAA7-491F-9D50-4FBD21D9CCA4}" destId="{E3184AA6-BF63-4A99-B1A6-038BA0483C64}" srcOrd="3" destOrd="0" presId="urn:microsoft.com/office/officeart/2018/2/layout/IconLabelList"/>
    <dgm:cxn modelId="{CF1A040D-8FEF-4367-8B35-29827988BFA1}" type="presParOf" srcId="{971BDCA7-EAA7-491F-9D50-4FBD21D9CCA4}" destId="{48898CFF-BB77-475A-860E-23E3397ED479}" srcOrd="4" destOrd="0" presId="urn:microsoft.com/office/officeart/2018/2/layout/IconLabelList"/>
    <dgm:cxn modelId="{10D326C9-76D7-48D5-A69B-4F0A06EFF175}" type="presParOf" srcId="{48898CFF-BB77-475A-860E-23E3397ED479}" destId="{36AD73ED-3644-4281-8894-FFAFB217F8E5}" srcOrd="0" destOrd="0" presId="urn:microsoft.com/office/officeart/2018/2/layout/IconLabelList"/>
    <dgm:cxn modelId="{4EF4AA00-6B55-4CD4-ADA1-47A7EC6D0F14}" type="presParOf" srcId="{48898CFF-BB77-475A-860E-23E3397ED479}" destId="{CDD53078-9271-4256-BC0A-0D1CA4AD456F}" srcOrd="1" destOrd="0" presId="urn:microsoft.com/office/officeart/2018/2/layout/IconLabelList"/>
    <dgm:cxn modelId="{CD7C0089-8946-45D0-A7AF-B7FE9E764AD2}" type="presParOf" srcId="{48898CFF-BB77-475A-860E-23E3397ED479}" destId="{B71326E3-4DF8-4C0B-B66D-997B82010742}" srcOrd="2" destOrd="0" presId="urn:microsoft.com/office/officeart/2018/2/layout/IconLabelList"/>
    <dgm:cxn modelId="{C5583024-0C12-4E7C-8722-6FE10A56CA13}" type="presParOf" srcId="{971BDCA7-EAA7-491F-9D50-4FBD21D9CCA4}" destId="{8FDD0877-57B9-49DE-BC1D-33C3F843DA59}" srcOrd="5" destOrd="0" presId="urn:microsoft.com/office/officeart/2018/2/layout/IconLabelList"/>
    <dgm:cxn modelId="{0BC393F8-E93E-47FF-A1B5-157B57598880}" type="presParOf" srcId="{971BDCA7-EAA7-491F-9D50-4FBD21D9CCA4}" destId="{4B918D9E-4916-44AA-BA17-471CB6667BB4}" srcOrd="6" destOrd="0" presId="urn:microsoft.com/office/officeart/2018/2/layout/IconLabelList"/>
    <dgm:cxn modelId="{CBF410C6-91FE-4F3C-A15C-7BBF27226D65}" type="presParOf" srcId="{4B918D9E-4916-44AA-BA17-471CB6667BB4}" destId="{D90DF730-F1BB-4AC9-94B2-068304184452}" srcOrd="0" destOrd="0" presId="urn:microsoft.com/office/officeart/2018/2/layout/IconLabelList"/>
    <dgm:cxn modelId="{E228BEDF-5300-46AB-BE9E-31045EAA865C}" type="presParOf" srcId="{4B918D9E-4916-44AA-BA17-471CB6667BB4}" destId="{658DD004-0D71-441F-961C-3E01486855EA}" srcOrd="1" destOrd="0" presId="urn:microsoft.com/office/officeart/2018/2/layout/IconLabelList"/>
    <dgm:cxn modelId="{E549E4B5-9075-4C82-91BB-F38A99F6F2F3}" type="presParOf" srcId="{4B918D9E-4916-44AA-BA17-471CB6667BB4}" destId="{6C834243-6FE8-4885-A45D-5B8E2EE4F93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144A1C-B402-4D29-B1CF-C3FAD0C46C5A}">
      <dsp:nvSpPr>
        <dsp:cNvPr id="0" name=""/>
        <dsp:cNvSpPr/>
      </dsp:nvSpPr>
      <dsp:spPr>
        <a:xfrm>
          <a:off x="0" y="164339"/>
          <a:ext cx="6144767" cy="8751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kern="1200"/>
            <a:t>The main objectives of the Hospital Appointment and Doctor Scheduling System are:</a:t>
          </a:r>
          <a:endParaRPr lang="en-US" sz="2200" kern="1200"/>
        </a:p>
      </dsp:txBody>
      <dsp:txXfrm>
        <a:off x="42722" y="207061"/>
        <a:ext cx="6059323" cy="789716"/>
      </dsp:txXfrm>
    </dsp:sp>
    <dsp:sp modelId="{A9C62059-AC4B-4767-BA61-DC1F703A60B9}">
      <dsp:nvSpPr>
        <dsp:cNvPr id="0" name=""/>
        <dsp:cNvSpPr/>
      </dsp:nvSpPr>
      <dsp:spPr>
        <a:xfrm>
          <a:off x="0" y="1039499"/>
          <a:ext cx="6144767" cy="3825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096"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GB" sz="1700" b="1" kern="1200"/>
            <a:t>Enable Patients to Book Appointments Easily</a:t>
          </a:r>
          <a:r>
            <a:rPr lang="en-GB" sz="1700" kern="1200"/>
            <a:t> – Allow patients to select doctors, enter their personal details, and schedule appointments online. </a:t>
          </a:r>
          <a:endParaRPr lang="en-US" sz="1700" kern="1200"/>
        </a:p>
        <a:p>
          <a:pPr marL="171450" lvl="1" indent="-171450" algn="l" defTabSz="755650">
            <a:lnSpc>
              <a:spcPct val="90000"/>
            </a:lnSpc>
            <a:spcBef>
              <a:spcPct val="0"/>
            </a:spcBef>
            <a:spcAft>
              <a:spcPct val="20000"/>
            </a:spcAft>
            <a:buChar char="•"/>
          </a:pPr>
          <a:r>
            <a:rPr lang="en-GB" sz="1700" b="1" kern="1200"/>
            <a:t>Store Patient Information</a:t>
          </a:r>
          <a:r>
            <a:rPr lang="en-GB" sz="1700" kern="1200"/>
            <a:t> – Maintain details such as name, age, place, and health issue for each patient. </a:t>
          </a:r>
          <a:endParaRPr lang="en-US" sz="1700" kern="1200"/>
        </a:p>
        <a:p>
          <a:pPr marL="171450" lvl="1" indent="-171450" algn="l" defTabSz="755650">
            <a:lnSpc>
              <a:spcPct val="90000"/>
            </a:lnSpc>
            <a:spcBef>
              <a:spcPct val="0"/>
            </a:spcBef>
            <a:spcAft>
              <a:spcPct val="20000"/>
            </a:spcAft>
            <a:buChar char="•"/>
          </a:pPr>
          <a:r>
            <a:rPr lang="en-GB" sz="1700" b="1" kern="1200"/>
            <a:t>Assist Doctors in Managing Schedules</a:t>
          </a:r>
          <a:r>
            <a:rPr lang="en-GB" sz="1700" kern="1200"/>
            <a:t> – Let doctors view their appointment schedules and access patient details efficiently. </a:t>
          </a:r>
          <a:endParaRPr lang="en-US" sz="1700" kern="1200"/>
        </a:p>
        <a:p>
          <a:pPr marL="171450" lvl="1" indent="-171450" algn="l" defTabSz="755650">
            <a:lnSpc>
              <a:spcPct val="90000"/>
            </a:lnSpc>
            <a:spcBef>
              <a:spcPct val="0"/>
            </a:spcBef>
            <a:spcAft>
              <a:spcPct val="20000"/>
            </a:spcAft>
            <a:buChar char="•"/>
          </a:pPr>
          <a:r>
            <a:rPr lang="en-GB" sz="1700" b="1" kern="1200"/>
            <a:t>Prevent Double Booking</a:t>
          </a:r>
          <a:r>
            <a:rPr lang="en-GB" sz="1700" kern="1200"/>
            <a:t> – Ensure that a doctor cannot be booked for the same time slot by multiple patients. </a:t>
          </a:r>
          <a:endParaRPr lang="en-US" sz="1700" kern="1200"/>
        </a:p>
        <a:p>
          <a:pPr marL="171450" lvl="1" indent="-171450" algn="l" defTabSz="755650">
            <a:lnSpc>
              <a:spcPct val="90000"/>
            </a:lnSpc>
            <a:spcBef>
              <a:spcPct val="0"/>
            </a:spcBef>
            <a:spcAft>
              <a:spcPct val="20000"/>
            </a:spcAft>
            <a:buChar char="•"/>
          </a:pPr>
          <a:r>
            <a:rPr lang="en-GB" sz="1700" b="1" kern="1200"/>
            <a:t>Provide Secure Login</a:t>
          </a:r>
          <a:r>
            <a:rPr lang="en-GB" sz="1700" kern="1200"/>
            <a:t> – Allow both doctors and patients to log in with unique usernames and passwords. </a:t>
          </a:r>
          <a:endParaRPr lang="en-US" sz="1700" kern="1200"/>
        </a:p>
        <a:p>
          <a:pPr marL="171450" lvl="1" indent="-171450" algn="l" defTabSz="755650">
            <a:lnSpc>
              <a:spcPct val="90000"/>
            </a:lnSpc>
            <a:spcBef>
              <a:spcPct val="0"/>
            </a:spcBef>
            <a:spcAft>
              <a:spcPct val="20000"/>
            </a:spcAft>
            <a:buChar char="•"/>
          </a:pPr>
          <a:r>
            <a:rPr lang="en-GB" sz="1700" b="1" kern="1200"/>
            <a:t>Improve Efficiency and Reduce Errors</a:t>
          </a:r>
          <a:r>
            <a:rPr lang="en-GB" sz="1700" kern="1200"/>
            <a:t> – Streamline the appointment process, reduce waiting times, and minimize manual errors.</a:t>
          </a:r>
          <a:endParaRPr lang="en-US" sz="1700" kern="1200"/>
        </a:p>
      </dsp:txBody>
      <dsp:txXfrm>
        <a:off x="0" y="1039499"/>
        <a:ext cx="6144767" cy="38253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DDB267-6F4C-4E64-A9AE-17BAF7123CDB}">
      <dsp:nvSpPr>
        <dsp:cNvPr id="0" name=""/>
        <dsp:cNvSpPr/>
      </dsp:nvSpPr>
      <dsp:spPr>
        <a:xfrm>
          <a:off x="0" y="4362"/>
          <a:ext cx="6620255" cy="7404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3FDC8A-0F28-4C07-9DD8-F825B8C50561}">
      <dsp:nvSpPr>
        <dsp:cNvPr id="0" name=""/>
        <dsp:cNvSpPr/>
      </dsp:nvSpPr>
      <dsp:spPr>
        <a:xfrm>
          <a:off x="223972" y="170954"/>
          <a:ext cx="407223" cy="4072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798EAD-E220-46EB-9424-FB9B4D2E9065}">
      <dsp:nvSpPr>
        <dsp:cNvPr id="0" name=""/>
        <dsp:cNvSpPr/>
      </dsp:nvSpPr>
      <dsp:spPr>
        <a:xfrm>
          <a:off x="855169" y="4362"/>
          <a:ext cx="297911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844550">
            <a:lnSpc>
              <a:spcPct val="90000"/>
            </a:lnSpc>
            <a:spcBef>
              <a:spcPct val="0"/>
            </a:spcBef>
            <a:spcAft>
              <a:spcPct val="35000"/>
            </a:spcAft>
            <a:buNone/>
          </a:pPr>
          <a:r>
            <a:rPr lang="en-GB" sz="1900" b="1" kern="1200"/>
            <a:t>Login System</a:t>
          </a:r>
          <a:r>
            <a:rPr lang="en-GB" sz="1900" kern="1200"/>
            <a:t> </a:t>
          </a:r>
          <a:endParaRPr lang="en-US" sz="1900" kern="1200"/>
        </a:p>
      </dsp:txBody>
      <dsp:txXfrm>
        <a:off x="855169" y="4362"/>
        <a:ext cx="2979115" cy="740406"/>
      </dsp:txXfrm>
    </dsp:sp>
    <dsp:sp modelId="{41AA8F5F-CEFF-4095-A56E-B40E77CAF1A0}">
      <dsp:nvSpPr>
        <dsp:cNvPr id="0" name=""/>
        <dsp:cNvSpPr/>
      </dsp:nvSpPr>
      <dsp:spPr>
        <a:xfrm>
          <a:off x="3834284" y="4362"/>
          <a:ext cx="278513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488950">
            <a:lnSpc>
              <a:spcPct val="90000"/>
            </a:lnSpc>
            <a:spcBef>
              <a:spcPct val="0"/>
            </a:spcBef>
            <a:spcAft>
              <a:spcPct val="35000"/>
            </a:spcAft>
            <a:buNone/>
          </a:pPr>
          <a:r>
            <a:rPr lang="en-GB" sz="1100" kern="1200"/>
            <a:t>Secure login for both patients and doctors with unique usernames and passwords. </a:t>
          </a:r>
          <a:endParaRPr lang="en-US" sz="1100" kern="1200"/>
        </a:p>
      </dsp:txBody>
      <dsp:txXfrm>
        <a:off x="3834284" y="4362"/>
        <a:ext cx="2785135" cy="740406"/>
      </dsp:txXfrm>
    </dsp:sp>
    <dsp:sp modelId="{B7E64375-DBCC-4AE6-9301-96DB85595B21}">
      <dsp:nvSpPr>
        <dsp:cNvPr id="0" name=""/>
        <dsp:cNvSpPr/>
      </dsp:nvSpPr>
      <dsp:spPr>
        <a:xfrm>
          <a:off x="0" y="929870"/>
          <a:ext cx="6620255" cy="7404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544FFB-9205-4EC6-BBE3-95428B6A639C}">
      <dsp:nvSpPr>
        <dsp:cNvPr id="0" name=""/>
        <dsp:cNvSpPr/>
      </dsp:nvSpPr>
      <dsp:spPr>
        <a:xfrm>
          <a:off x="223972" y="1096462"/>
          <a:ext cx="407223" cy="4072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95474A-D99C-4AF8-95B1-5B85EEF1EE6F}">
      <dsp:nvSpPr>
        <dsp:cNvPr id="0" name=""/>
        <dsp:cNvSpPr/>
      </dsp:nvSpPr>
      <dsp:spPr>
        <a:xfrm>
          <a:off x="855169" y="929870"/>
          <a:ext cx="297911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844550">
            <a:lnSpc>
              <a:spcPct val="90000"/>
            </a:lnSpc>
            <a:spcBef>
              <a:spcPct val="0"/>
            </a:spcBef>
            <a:spcAft>
              <a:spcPct val="35000"/>
            </a:spcAft>
            <a:buNone/>
          </a:pPr>
          <a:r>
            <a:rPr lang="en-GB" sz="1900" b="1" kern="1200"/>
            <a:t>Patient Dashboard</a:t>
          </a:r>
          <a:r>
            <a:rPr lang="en-GB" sz="1900" kern="1200"/>
            <a:t> </a:t>
          </a:r>
          <a:endParaRPr lang="en-US" sz="1900" kern="1200"/>
        </a:p>
      </dsp:txBody>
      <dsp:txXfrm>
        <a:off x="855169" y="929870"/>
        <a:ext cx="2979115" cy="740406"/>
      </dsp:txXfrm>
    </dsp:sp>
    <dsp:sp modelId="{7472FB35-7545-4D56-A9F5-9726D440046B}">
      <dsp:nvSpPr>
        <dsp:cNvPr id="0" name=""/>
        <dsp:cNvSpPr/>
      </dsp:nvSpPr>
      <dsp:spPr>
        <a:xfrm>
          <a:off x="3834284" y="929870"/>
          <a:ext cx="278513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488950">
            <a:lnSpc>
              <a:spcPct val="90000"/>
            </a:lnSpc>
            <a:spcBef>
              <a:spcPct val="0"/>
            </a:spcBef>
            <a:spcAft>
              <a:spcPct val="35000"/>
            </a:spcAft>
            <a:buNone/>
          </a:pPr>
          <a:r>
            <a:rPr lang="en-GB" sz="1100" kern="1200"/>
            <a:t>Enter personal details: Name, Age, Place, Health Issue. </a:t>
          </a:r>
          <a:endParaRPr lang="en-US" sz="1100" kern="1200"/>
        </a:p>
        <a:p>
          <a:pPr marL="0" lvl="0" indent="0" algn="l" defTabSz="488950">
            <a:lnSpc>
              <a:spcPct val="90000"/>
            </a:lnSpc>
            <a:spcBef>
              <a:spcPct val="0"/>
            </a:spcBef>
            <a:spcAft>
              <a:spcPct val="35000"/>
            </a:spcAft>
            <a:buNone/>
          </a:pPr>
          <a:r>
            <a:rPr lang="en-GB" sz="1100" kern="1200"/>
            <a:t>Book appointments with selected doctors. </a:t>
          </a:r>
          <a:endParaRPr lang="en-US" sz="1100" kern="1200"/>
        </a:p>
        <a:p>
          <a:pPr marL="0" lvl="0" indent="0" algn="l" defTabSz="488950">
            <a:lnSpc>
              <a:spcPct val="90000"/>
            </a:lnSpc>
            <a:spcBef>
              <a:spcPct val="0"/>
            </a:spcBef>
            <a:spcAft>
              <a:spcPct val="35000"/>
            </a:spcAft>
            <a:buNone/>
          </a:pPr>
          <a:r>
            <a:rPr lang="en-GB" sz="1100" kern="1200"/>
            <a:t>View all upcoming appointments. </a:t>
          </a:r>
          <a:endParaRPr lang="en-US" sz="1100" kern="1200"/>
        </a:p>
      </dsp:txBody>
      <dsp:txXfrm>
        <a:off x="3834284" y="929870"/>
        <a:ext cx="2785135" cy="740406"/>
      </dsp:txXfrm>
    </dsp:sp>
    <dsp:sp modelId="{BEC99DED-975A-41FD-8125-0D50A7267313}">
      <dsp:nvSpPr>
        <dsp:cNvPr id="0" name=""/>
        <dsp:cNvSpPr/>
      </dsp:nvSpPr>
      <dsp:spPr>
        <a:xfrm>
          <a:off x="0" y="1855378"/>
          <a:ext cx="6620255" cy="7404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B88E21-C151-46EE-8F18-F79F03139BCB}">
      <dsp:nvSpPr>
        <dsp:cNvPr id="0" name=""/>
        <dsp:cNvSpPr/>
      </dsp:nvSpPr>
      <dsp:spPr>
        <a:xfrm>
          <a:off x="223972" y="2021970"/>
          <a:ext cx="407223" cy="4072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20834E-0470-49AD-8246-E77C639597DC}">
      <dsp:nvSpPr>
        <dsp:cNvPr id="0" name=""/>
        <dsp:cNvSpPr/>
      </dsp:nvSpPr>
      <dsp:spPr>
        <a:xfrm>
          <a:off x="855169" y="1855378"/>
          <a:ext cx="297911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844550">
            <a:lnSpc>
              <a:spcPct val="90000"/>
            </a:lnSpc>
            <a:spcBef>
              <a:spcPct val="0"/>
            </a:spcBef>
            <a:spcAft>
              <a:spcPct val="35000"/>
            </a:spcAft>
            <a:buNone/>
          </a:pPr>
          <a:r>
            <a:rPr lang="en-GB" sz="1900" b="1" kern="1200"/>
            <a:t>Doctor Dashboard</a:t>
          </a:r>
          <a:r>
            <a:rPr lang="en-GB" sz="1900" kern="1200"/>
            <a:t> </a:t>
          </a:r>
          <a:endParaRPr lang="en-US" sz="1900" kern="1200"/>
        </a:p>
      </dsp:txBody>
      <dsp:txXfrm>
        <a:off x="855169" y="1855378"/>
        <a:ext cx="2979115" cy="740406"/>
      </dsp:txXfrm>
    </dsp:sp>
    <dsp:sp modelId="{D55E1838-6E35-4224-8BE7-D5E76AE241CC}">
      <dsp:nvSpPr>
        <dsp:cNvPr id="0" name=""/>
        <dsp:cNvSpPr/>
      </dsp:nvSpPr>
      <dsp:spPr>
        <a:xfrm>
          <a:off x="3834284" y="1855378"/>
          <a:ext cx="278513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488950">
            <a:lnSpc>
              <a:spcPct val="90000"/>
            </a:lnSpc>
            <a:spcBef>
              <a:spcPct val="0"/>
            </a:spcBef>
            <a:spcAft>
              <a:spcPct val="35000"/>
            </a:spcAft>
            <a:buNone/>
          </a:pPr>
          <a:r>
            <a:rPr lang="en-GB" sz="1100" kern="1200"/>
            <a:t>View schedule of appointments. </a:t>
          </a:r>
          <a:endParaRPr lang="en-US" sz="1100" kern="1200"/>
        </a:p>
        <a:p>
          <a:pPr marL="0" lvl="0" indent="0" algn="l" defTabSz="488950">
            <a:lnSpc>
              <a:spcPct val="90000"/>
            </a:lnSpc>
            <a:spcBef>
              <a:spcPct val="0"/>
            </a:spcBef>
            <a:spcAft>
              <a:spcPct val="35000"/>
            </a:spcAft>
            <a:buNone/>
          </a:pPr>
          <a:r>
            <a:rPr lang="en-GB" sz="1100" kern="1200"/>
            <a:t>Access detailed patient information for each appointment. </a:t>
          </a:r>
          <a:endParaRPr lang="en-US" sz="1100" kern="1200"/>
        </a:p>
      </dsp:txBody>
      <dsp:txXfrm>
        <a:off x="3834284" y="1855378"/>
        <a:ext cx="2785135" cy="740406"/>
      </dsp:txXfrm>
    </dsp:sp>
    <dsp:sp modelId="{D6097D88-28D0-4316-AEC5-A8EB8C432D18}">
      <dsp:nvSpPr>
        <dsp:cNvPr id="0" name=""/>
        <dsp:cNvSpPr/>
      </dsp:nvSpPr>
      <dsp:spPr>
        <a:xfrm>
          <a:off x="0" y="2780886"/>
          <a:ext cx="6620255" cy="7404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AF942B-CBAA-49CE-B61C-CFE4F2F1CA40}">
      <dsp:nvSpPr>
        <dsp:cNvPr id="0" name=""/>
        <dsp:cNvSpPr/>
      </dsp:nvSpPr>
      <dsp:spPr>
        <a:xfrm>
          <a:off x="223972" y="2947478"/>
          <a:ext cx="407223" cy="4072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84EE1B-FBA6-40D7-B0EF-827DF646F7F0}">
      <dsp:nvSpPr>
        <dsp:cNvPr id="0" name=""/>
        <dsp:cNvSpPr/>
      </dsp:nvSpPr>
      <dsp:spPr>
        <a:xfrm>
          <a:off x="855169" y="2780886"/>
          <a:ext cx="297911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844550">
            <a:lnSpc>
              <a:spcPct val="90000"/>
            </a:lnSpc>
            <a:spcBef>
              <a:spcPct val="0"/>
            </a:spcBef>
            <a:spcAft>
              <a:spcPct val="35000"/>
            </a:spcAft>
            <a:buNone/>
          </a:pPr>
          <a:r>
            <a:rPr lang="en-GB" sz="1900" b="1" kern="1200"/>
            <a:t>Appointment Management</a:t>
          </a:r>
          <a:r>
            <a:rPr lang="en-GB" sz="1900" kern="1200"/>
            <a:t> </a:t>
          </a:r>
          <a:endParaRPr lang="en-US" sz="1900" kern="1200"/>
        </a:p>
      </dsp:txBody>
      <dsp:txXfrm>
        <a:off x="855169" y="2780886"/>
        <a:ext cx="2979115" cy="740406"/>
      </dsp:txXfrm>
    </dsp:sp>
    <dsp:sp modelId="{E6209767-D1F6-4BBF-8EE5-3EB2236C5B24}">
      <dsp:nvSpPr>
        <dsp:cNvPr id="0" name=""/>
        <dsp:cNvSpPr/>
      </dsp:nvSpPr>
      <dsp:spPr>
        <a:xfrm>
          <a:off x="3834284" y="2780886"/>
          <a:ext cx="278513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488950">
            <a:lnSpc>
              <a:spcPct val="90000"/>
            </a:lnSpc>
            <a:spcBef>
              <a:spcPct val="0"/>
            </a:spcBef>
            <a:spcAft>
              <a:spcPct val="35000"/>
            </a:spcAft>
            <a:buNone/>
          </a:pPr>
          <a:r>
            <a:rPr lang="en-GB" sz="1100" kern="1200"/>
            <a:t>Prevents double booking for doctors. </a:t>
          </a:r>
          <a:endParaRPr lang="en-US" sz="1100" kern="1200"/>
        </a:p>
        <a:p>
          <a:pPr marL="0" lvl="0" indent="0" algn="l" defTabSz="488950">
            <a:lnSpc>
              <a:spcPct val="90000"/>
            </a:lnSpc>
            <a:spcBef>
              <a:spcPct val="0"/>
            </a:spcBef>
            <a:spcAft>
              <a:spcPct val="35000"/>
            </a:spcAft>
            <a:buNone/>
          </a:pPr>
          <a:r>
            <a:rPr lang="en-GB" sz="1100" kern="1200"/>
            <a:t>Allows patients to select convenient date and time. </a:t>
          </a:r>
          <a:endParaRPr lang="en-US" sz="1100" kern="1200"/>
        </a:p>
      </dsp:txBody>
      <dsp:txXfrm>
        <a:off x="3834284" y="2780886"/>
        <a:ext cx="2785135" cy="740406"/>
      </dsp:txXfrm>
    </dsp:sp>
    <dsp:sp modelId="{140F1AEE-3EFB-4F25-AAD6-D8BF00146F7C}">
      <dsp:nvSpPr>
        <dsp:cNvPr id="0" name=""/>
        <dsp:cNvSpPr/>
      </dsp:nvSpPr>
      <dsp:spPr>
        <a:xfrm>
          <a:off x="0" y="3706394"/>
          <a:ext cx="6620255" cy="7404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DF97FF-8F85-4550-84EC-E89BF1DD1E56}">
      <dsp:nvSpPr>
        <dsp:cNvPr id="0" name=""/>
        <dsp:cNvSpPr/>
      </dsp:nvSpPr>
      <dsp:spPr>
        <a:xfrm>
          <a:off x="223972" y="3872986"/>
          <a:ext cx="407223" cy="40722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A8A246-418F-4BD0-9A65-788CFB17C467}">
      <dsp:nvSpPr>
        <dsp:cNvPr id="0" name=""/>
        <dsp:cNvSpPr/>
      </dsp:nvSpPr>
      <dsp:spPr>
        <a:xfrm>
          <a:off x="855169" y="3706394"/>
          <a:ext cx="297911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844550">
            <a:lnSpc>
              <a:spcPct val="90000"/>
            </a:lnSpc>
            <a:spcBef>
              <a:spcPct val="0"/>
            </a:spcBef>
            <a:spcAft>
              <a:spcPct val="35000"/>
            </a:spcAft>
            <a:buNone/>
          </a:pPr>
          <a:r>
            <a:rPr lang="en-GB" sz="1900" b="1" kern="1200"/>
            <a:t>Dynamic Front-End</a:t>
          </a:r>
          <a:r>
            <a:rPr lang="en-GB" sz="1900" kern="1200"/>
            <a:t> </a:t>
          </a:r>
          <a:endParaRPr lang="en-US" sz="1900" kern="1200"/>
        </a:p>
      </dsp:txBody>
      <dsp:txXfrm>
        <a:off x="855169" y="3706394"/>
        <a:ext cx="2979115" cy="740406"/>
      </dsp:txXfrm>
    </dsp:sp>
    <dsp:sp modelId="{ED7C7DC6-FA98-4481-8B8A-2B67D0F25ABC}">
      <dsp:nvSpPr>
        <dsp:cNvPr id="0" name=""/>
        <dsp:cNvSpPr/>
      </dsp:nvSpPr>
      <dsp:spPr>
        <a:xfrm>
          <a:off x="3834284" y="3706394"/>
          <a:ext cx="278513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488950">
            <a:lnSpc>
              <a:spcPct val="90000"/>
            </a:lnSpc>
            <a:spcBef>
              <a:spcPct val="0"/>
            </a:spcBef>
            <a:spcAft>
              <a:spcPct val="35000"/>
            </a:spcAft>
            <a:buNone/>
          </a:pPr>
          <a:r>
            <a:rPr lang="en-GB" sz="1100" kern="1200"/>
            <a:t>User-friendly web interface with responsive design and background styling. </a:t>
          </a:r>
          <a:endParaRPr lang="en-US" sz="1100" kern="1200"/>
        </a:p>
      </dsp:txBody>
      <dsp:txXfrm>
        <a:off x="3834284" y="3706394"/>
        <a:ext cx="2785135" cy="740406"/>
      </dsp:txXfrm>
    </dsp:sp>
    <dsp:sp modelId="{2DB00627-5143-422F-9D29-7BC22CB55CFE}">
      <dsp:nvSpPr>
        <dsp:cNvPr id="0" name=""/>
        <dsp:cNvSpPr/>
      </dsp:nvSpPr>
      <dsp:spPr>
        <a:xfrm>
          <a:off x="0" y="4631902"/>
          <a:ext cx="6620255" cy="7404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73B920-9423-4192-8F29-8165257E2414}">
      <dsp:nvSpPr>
        <dsp:cNvPr id="0" name=""/>
        <dsp:cNvSpPr/>
      </dsp:nvSpPr>
      <dsp:spPr>
        <a:xfrm>
          <a:off x="223972" y="4798494"/>
          <a:ext cx="407223" cy="40722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F111B0-DA4F-4355-B781-93CF45170887}">
      <dsp:nvSpPr>
        <dsp:cNvPr id="0" name=""/>
        <dsp:cNvSpPr/>
      </dsp:nvSpPr>
      <dsp:spPr>
        <a:xfrm>
          <a:off x="855169" y="4631902"/>
          <a:ext cx="297911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844550">
            <a:lnSpc>
              <a:spcPct val="90000"/>
            </a:lnSpc>
            <a:spcBef>
              <a:spcPct val="0"/>
            </a:spcBef>
            <a:spcAft>
              <a:spcPct val="35000"/>
            </a:spcAft>
            <a:buNone/>
          </a:pPr>
          <a:r>
            <a:rPr lang="en-GB" sz="1900" b="1" kern="1200"/>
            <a:t>Future Ready</a:t>
          </a:r>
          <a:r>
            <a:rPr lang="en-GB" sz="1900" kern="1200"/>
            <a:t> </a:t>
          </a:r>
          <a:endParaRPr lang="en-US" sz="1900" kern="1200"/>
        </a:p>
      </dsp:txBody>
      <dsp:txXfrm>
        <a:off x="855169" y="4631902"/>
        <a:ext cx="2979115" cy="740406"/>
      </dsp:txXfrm>
    </dsp:sp>
    <dsp:sp modelId="{F0F87C2B-D564-4306-A3EF-ADB6D1EFC49B}">
      <dsp:nvSpPr>
        <dsp:cNvPr id="0" name=""/>
        <dsp:cNvSpPr/>
      </dsp:nvSpPr>
      <dsp:spPr>
        <a:xfrm>
          <a:off x="3834284" y="4631902"/>
          <a:ext cx="2785135" cy="740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360" tIns="78360" rIns="78360" bIns="78360" numCol="1" spcCol="1270" anchor="ctr" anchorCtr="0">
          <a:noAutofit/>
        </a:bodyPr>
        <a:lstStyle/>
        <a:p>
          <a:pPr marL="0" lvl="0" indent="0" algn="l" defTabSz="488950">
            <a:lnSpc>
              <a:spcPct val="90000"/>
            </a:lnSpc>
            <a:spcBef>
              <a:spcPct val="0"/>
            </a:spcBef>
            <a:spcAft>
              <a:spcPct val="35000"/>
            </a:spcAft>
            <a:buNone/>
          </a:pPr>
          <a:r>
            <a:rPr lang="en-GB" sz="1100" kern="1200"/>
            <a:t>Can be extended to a full-stack system with database support for persistence.</a:t>
          </a:r>
          <a:endParaRPr lang="en-US" sz="1100" kern="1200"/>
        </a:p>
      </dsp:txBody>
      <dsp:txXfrm>
        <a:off x="3834284" y="4631902"/>
        <a:ext cx="2785135" cy="7404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141E15-66DE-4BB3-AF51-E2742644F90E}">
      <dsp:nvSpPr>
        <dsp:cNvPr id="0" name=""/>
        <dsp:cNvSpPr/>
      </dsp:nvSpPr>
      <dsp:spPr>
        <a:xfrm>
          <a:off x="0" y="0"/>
          <a:ext cx="3486546" cy="3767138"/>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1825" tIns="330200" rIns="271825" bIns="330200" numCol="1" spcCol="1270" anchor="t" anchorCtr="0">
          <a:noAutofit/>
        </a:bodyPr>
        <a:lstStyle/>
        <a:p>
          <a:pPr marL="0" lvl="0" indent="0" algn="l" defTabSz="1155700">
            <a:lnSpc>
              <a:spcPct val="90000"/>
            </a:lnSpc>
            <a:spcBef>
              <a:spcPct val="0"/>
            </a:spcBef>
            <a:spcAft>
              <a:spcPct val="35000"/>
            </a:spcAft>
            <a:buNone/>
          </a:pPr>
          <a:r>
            <a:rPr lang="en-US" sz="2600" b="0" i="0" kern="1200" baseline="0"/>
            <a:t>Login → Dashboard → Book/View Appointments </a:t>
          </a:r>
          <a:endParaRPr lang="en-US" sz="2600" kern="1200"/>
        </a:p>
      </dsp:txBody>
      <dsp:txXfrm>
        <a:off x="0" y="1431512"/>
        <a:ext cx="3486546" cy="2260282"/>
      </dsp:txXfrm>
    </dsp:sp>
    <dsp:sp modelId="{B5D64654-F865-4EC3-A850-88CC5E5D1180}">
      <dsp:nvSpPr>
        <dsp:cNvPr id="0" name=""/>
        <dsp:cNvSpPr/>
      </dsp:nvSpPr>
      <dsp:spPr>
        <a:xfrm>
          <a:off x="1178202" y="376713"/>
          <a:ext cx="1130141" cy="1130141"/>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110" tIns="12700" rIns="88110"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343707" y="542218"/>
        <a:ext cx="799131" cy="799131"/>
      </dsp:txXfrm>
    </dsp:sp>
    <dsp:sp modelId="{08189B1B-F88B-4CBF-95C4-19414EC7A07E}">
      <dsp:nvSpPr>
        <dsp:cNvPr id="0" name=""/>
        <dsp:cNvSpPr/>
      </dsp:nvSpPr>
      <dsp:spPr>
        <a:xfrm>
          <a:off x="0" y="3767066"/>
          <a:ext cx="3486546" cy="72"/>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807E07-FEE1-4231-A8EC-044BEF131FCF}">
      <dsp:nvSpPr>
        <dsp:cNvPr id="0" name=""/>
        <dsp:cNvSpPr/>
      </dsp:nvSpPr>
      <dsp:spPr>
        <a:xfrm>
          <a:off x="3835201" y="0"/>
          <a:ext cx="3486546" cy="3767138"/>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1825" tIns="330200" rIns="271825" bIns="330200" numCol="1" spcCol="1270" anchor="t" anchorCtr="0">
          <a:noAutofit/>
        </a:bodyPr>
        <a:lstStyle/>
        <a:p>
          <a:pPr marL="0" lvl="0" indent="0" algn="l" defTabSz="1155700">
            <a:lnSpc>
              <a:spcPct val="90000"/>
            </a:lnSpc>
            <a:spcBef>
              <a:spcPct val="0"/>
            </a:spcBef>
            <a:spcAft>
              <a:spcPct val="35000"/>
            </a:spcAft>
            <a:buNone/>
          </a:pPr>
          <a:r>
            <a:rPr lang="en-US" sz="2600" b="0" i="0" kern="1200" baseline="0"/>
            <a:t>Patients → Input details → Select doctor → Book time </a:t>
          </a:r>
          <a:endParaRPr lang="en-US" sz="2600" kern="1200"/>
        </a:p>
      </dsp:txBody>
      <dsp:txXfrm>
        <a:off x="3835201" y="1431512"/>
        <a:ext cx="3486546" cy="2260282"/>
      </dsp:txXfrm>
    </dsp:sp>
    <dsp:sp modelId="{CC63A44B-E8DB-4CE6-8677-73A1DEFBEED7}">
      <dsp:nvSpPr>
        <dsp:cNvPr id="0" name=""/>
        <dsp:cNvSpPr/>
      </dsp:nvSpPr>
      <dsp:spPr>
        <a:xfrm>
          <a:off x="5013404" y="376713"/>
          <a:ext cx="1130141" cy="1130141"/>
        </a:xfrm>
        <a:prstGeom prst="ellips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110" tIns="12700" rIns="88110"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5178909" y="542218"/>
        <a:ext cx="799131" cy="799131"/>
      </dsp:txXfrm>
    </dsp:sp>
    <dsp:sp modelId="{92D269A2-1BF0-4E38-A57A-14E51180A528}">
      <dsp:nvSpPr>
        <dsp:cNvPr id="0" name=""/>
        <dsp:cNvSpPr/>
      </dsp:nvSpPr>
      <dsp:spPr>
        <a:xfrm>
          <a:off x="3835201" y="3767066"/>
          <a:ext cx="3486546" cy="72"/>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679A90-7EF5-4F9E-AD00-2457B90B5ACF}">
      <dsp:nvSpPr>
        <dsp:cNvPr id="0" name=""/>
        <dsp:cNvSpPr/>
      </dsp:nvSpPr>
      <dsp:spPr>
        <a:xfrm>
          <a:off x="7670403" y="0"/>
          <a:ext cx="3486546" cy="3767138"/>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1825" tIns="330200" rIns="271825" bIns="330200" numCol="1" spcCol="1270" anchor="t" anchorCtr="0">
          <a:noAutofit/>
        </a:bodyPr>
        <a:lstStyle/>
        <a:p>
          <a:pPr marL="0" lvl="0" indent="0" algn="l" defTabSz="1155700">
            <a:lnSpc>
              <a:spcPct val="90000"/>
            </a:lnSpc>
            <a:spcBef>
              <a:spcPct val="0"/>
            </a:spcBef>
            <a:spcAft>
              <a:spcPct val="35000"/>
            </a:spcAft>
            <a:buNone/>
          </a:pPr>
          <a:r>
            <a:rPr lang="en-US" sz="2600" b="0" i="0" kern="1200" baseline="0"/>
            <a:t>Doctors → View schedule → Check patient details </a:t>
          </a:r>
          <a:endParaRPr lang="en-US" sz="2600" kern="1200"/>
        </a:p>
      </dsp:txBody>
      <dsp:txXfrm>
        <a:off x="7670403" y="1431512"/>
        <a:ext cx="3486546" cy="2260282"/>
      </dsp:txXfrm>
    </dsp:sp>
    <dsp:sp modelId="{44085F5F-CF4C-48D4-891A-F57B57A18076}">
      <dsp:nvSpPr>
        <dsp:cNvPr id="0" name=""/>
        <dsp:cNvSpPr/>
      </dsp:nvSpPr>
      <dsp:spPr>
        <a:xfrm>
          <a:off x="8848605" y="376713"/>
          <a:ext cx="1130141" cy="1130141"/>
        </a:xfrm>
        <a:prstGeom prst="ellips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110" tIns="12700" rIns="88110"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9014110" y="542218"/>
        <a:ext cx="799131" cy="799131"/>
      </dsp:txXfrm>
    </dsp:sp>
    <dsp:sp modelId="{9DBD190C-24D7-43C1-B93C-9C67F417D67D}">
      <dsp:nvSpPr>
        <dsp:cNvPr id="0" name=""/>
        <dsp:cNvSpPr/>
      </dsp:nvSpPr>
      <dsp:spPr>
        <a:xfrm>
          <a:off x="7670403" y="3767066"/>
          <a:ext cx="3486546" cy="7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DFFDA5-27C0-4059-8DAD-0AA0C6841DFA}">
      <dsp:nvSpPr>
        <dsp:cNvPr id="0" name=""/>
        <dsp:cNvSpPr/>
      </dsp:nvSpPr>
      <dsp:spPr>
        <a:xfrm>
          <a:off x="4080" y="1005839"/>
          <a:ext cx="1557194" cy="467158"/>
        </a:xfrm>
        <a:prstGeom prst="chevron">
          <a:avLst>
            <a:gd name="adj" fmla="val 3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681" tIns="57681" rIns="57681" bIns="57681" numCol="1" spcCol="1270" anchor="ctr" anchorCtr="0">
          <a:noAutofit/>
        </a:bodyPr>
        <a:lstStyle/>
        <a:p>
          <a:pPr marL="0" lvl="0" indent="0" algn="ctr" defTabSz="1111250">
            <a:lnSpc>
              <a:spcPct val="90000"/>
            </a:lnSpc>
            <a:spcBef>
              <a:spcPct val="0"/>
            </a:spcBef>
            <a:spcAft>
              <a:spcPct val="35000"/>
            </a:spcAft>
            <a:buNone/>
          </a:pPr>
          <a:r>
            <a:rPr lang="en-US" sz="2500" kern="1200"/>
            <a:t>Add</a:t>
          </a:r>
        </a:p>
      </dsp:txBody>
      <dsp:txXfrm>
        <a:off x="144227" y="1005839"/>
        <a:ext cx="1276900" cy="467158"/>
      </dsp:txXfrm>
    </dsp:sp>
    <dsp:sp modelId="{4F0990CF-6272-4583-82BE-BF658B0755E3}">
      <dsp:nvSpPr>
        <dsp:cNvPr id="0" name=""/>
        <dsp:cNvSpPr/>
      </dsp:nvSpPr>
      <dsp:spPr>
        <a:xfrm>
          <a:off x="4080" y="1472998"/>
          <a:ext cx="1417047" cy="255036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1978" tIns="111978" rIns="111978" bIns="223956" numCol="1" spcCol="1270" anchor="t" anchorCtr="0">
          <a:noAutofit/>
        </a:bodyPr>
        <a:lstStyle/>
        <a:p>
          <a:pPr marL="0" lvl="0" indent="0" algn="l" defTabSz="666750">
            <a:lnSpc>
              <a:spcPct val="90000"/>
            </a:lnSpc>
            <a:spcBef>
              <a:spcPct val="0"/>
            </a:spcBef>
            <a:spcAft>
              <a:spcPct val="35000"/>
            </a:spcAft>
            <a:buNone/>
          </a:pPr>
          <a:r>
            <a:rPr lang="en-US" sz="1500" kern="1200"/>
            <a:t>Add database support for persistent data </a:t>
          </a:r>
        </a:p>
      </dsp:txBody>
      <dsp:txXfrm>
        <a:off x="4080" y="1472998"/>
        <a:ext cx="1417047" cy="2550361"/>
      </dsp:txXfrm>
    </dsp:sp>
    <dsp:sp modelId="{50451659-CFB5-48BA-8136-E1BD2A151EBA}">
      <dsp:nvSpPr>
        <dsp:cNvPr id="0" name=""/>
        <dsp:cNvSpPr/>
      </dsp:nvSpPr>
      <dsp:spPr>
        <a:xfrm>
          <a:off x="1530551" y="1005839"/>
          <a:ext cx="1557194" cy="467158"/>
        </a:xfrm>
        <a:prstGeom prst="chevron">
          <a:avLst>
            <a:gd name="adj" fmla="val 3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681" tIns="57681" rIns="57681" bIns="57681" numCol="1" spcCol="1270" anchor="ctr" anchorCtr="0">
          <a:noAutofit/>
        </a:bodyPr>
        <a:lstStyle/>
        <a:p>
          <a:pPr marL="0" lvl="0" indent="0" algn="ctr" defTabSz="1111250">
            <a:lnSpc>
              <a:spcPct val="90000"/>
            </a:lnSpc>
            <a:spcBef>
              <a:spcPct val="0"/>
            </a:spcBef>
            <a:spcAft>
              <a:spcPct val="35000"/>
            </a:spcAft>
            <a:buNone/>
          </a:pPr>
          <a:r>
            <a:rPr lang="en-US" sz="2500" kern="1200"/>
            <a:t>Add</a:t>
          </a:r>
        </a:p>
      </dsp:txBody>
      <dsp:txXfrm>
        <a:off x="1670698" y="1005839"/>
        <a:ext cx="1276900" cy="467158"/>
      </dsp:txXfrm>
    </dsp:sp>
    <dsp:sp modelId="{BD010132-22F1-435A-BF88-EFDDCF4A3705}">
      <dsp:nvSpPr>
        <dsp:cNvPr id="0" name=""/>
        <dsp:cNvSpPr/>
      </dsp:nvSpPr>
      <dsp:spPr>
        <a:xfrm>
          <a:off x="1530551" y="1472998"/>
          <a:ext cx="1417047" cy="255036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1978" tIns="111978" rIns="111978" bIns="223956" numCol="1" spcCol="1270" anchor="t" anchorCtr="0">
          <a:noAutofit/>
        </a:bodyPr>
        <a:lstStyle/>
        <a:p>
          <a:pPr marL="0" lvl="0" indent="0" algn="l" defTabSz="666750">
            <a:lnSpc>
              <a:spcPct val="90000"/>
            </a:lnSpc>
            <a:spcBef>
              <a:spcPct val="0"/>
            </a:spcBef>
            <a:spcAft>
              <a:spcPct val="35000"/>
            </a:spcAft>
            <a:buNone/>
          </a:pPr>
          <a:r>
            <a:rPr lang="en-US" sz="1500" kern="1200"/>
            <a:t>Add email/SMS notifications for appointments </a:t>
          </a:r>
        </a:p>
      </dsp:txBody>
      <dsp:txXfrm>
        <a:off x="1530551" y="1472998"/>
        <a:ext cx="1417047" cy="2550361"/>
      </dsp:txXfrm>
    </dsp:sp>
    <dsp:sp modelId="{0EB9C8A9-EF5A-4342-8C65-4FC0D5262A9C}">
      <dsp:nvSpPr>
        <dsp:cNvPr id="0" name=""/>
        <dsp:cNvSpPr/>
      </dsp:nvSpPr>
      <dsp:spPr>
        <a:xfrm>
          <a:off x="3057022" y="1005839"/>
          <a:ext cx="1557194" cy="467158"/>
        </a:xfrm>
        <a:prstGeom prst="chevron">
          <a:avLst>
            <a:gd name="adj" fmla="val 3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681" tIns="57681" rIns="57681" bIns="57681" numCol="1" spcCol="1270" anchor="ctr" anchorCtr="0">
          <a:noAutofit/>
        </a:bodyPr>
        <a:lstStyle/>
        <a:p>
          <a:pPr marL="0" lvl="0" indent="0" algn="ctr" defTabSz="1111250">
            <a:lnSpc>
              <a:spcPct val="90000"/>
            </a:lnSpc>
            <a:spcBef>
              <a:spcPct val="0"/>
            </a:spcBef>
            <a:spcAft>
              <a:spcPct val="35000"/>
            </a:spcAft>
            <a:buNone/>
          </a:pPr>
          <a:r>
            <a:rPr lang="en-US" sz="2500" kern="1200"/>
            <a:t>Improve</a:t>
          </a:r>
        </a:p>
      </dsp:txBody>
      <dsp:txXfrm>
        <a:off x="3197169" y="1005839"/>
        <a:ext cx="1276900" cy="467158"/>
      </dsp:txXfrm>
    </dsp:sp>
    <dsp:sp modelId="{06FB2B30-D351-4097-83B8-C4AB56312B1B}">
      <dsp:nvSpPr>
        <dsp:cNvPr id="0" name=""/>
        <dsp:cNvSpPr/>
      </dsp:nvSpPr>
      <dsp:spPr>
        <a:xfrm>
          <a:off x="3057022" y="1472998"/>
          <a:ext cx="1417047" cy="255036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1978" tIns="111978" rIns="111978" bIns="223956" numCol="1" spcCol="1270" anchor="t" anchorCtr="0">
          <a:noAutofit/>
        </a:bodyPr>
        <a:lstStyle/>
        <a:p>
          <a:pPr marL="0" lvl="0" indent="0" algn="l" defTabSz="666750">
            <a:lnSpc>
              <a:spcPct val="90000"/>
            </a:lnSpc>
            <a:spcBef>
              <a:spcPct val="0"/>
            </a:spcBef>
            <a:spcAft>
              <a:spcPct val="35000"/>
            </a:spcAft>
            <a:buNone/>
          </a:pPr>
          <a:r>
            <a:rPr lang="en-US" sz="1500" kern="1200"/>
            <a:t>Improve UI/UX with React or Angular </a:t>
          </a:r>
        </a:p>
      </dsp:txBody>
      <dsp:txXfrm>
        <a:off x="3057022" y="1472998"/>
        <a:ext cx="1417047" cy="2550361"/>
      </dsp:txXfrm>
    </dsp:sp>
    <dsp:sp modelId="{9CBFFC10-6537-4624-B61D-A906F52C7195}">
      <dsp:nvSpPr>
        <dsp:cNvPr id="0" name=""/>
        <dsp:cNvSpPr/>
      </dsp:nvSpPr>
      <dsp:spPr>
        <a:xfrm>
          <a:off x="4583492" y="1005839"/>
          <a:ext cx="1557194" cy="467158"/>
        </a:xfrm>
        <a:prstGeom prst="chevron">
          <a:avLst>
            <a:gd name="adj" fmla="val 30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681" tIns="57681" rIns="57681" bIns="57681" numCol="1" spcCol="1270" anchor="ctr" anchorCtr="0">
          <a:noAutofit/>
        </a:bodyPr>
        <a:lstStyle/>
        <a:p>
          <a:pPr marL="0" lvl="0" indent="0" algn="ctr" defTabSz="1111250">
            <a:lnSpc>
              <a:spcPct val="90000"/>
            </a:lnSpc>
            <a:spcBef>
              <a:spcPct val="0"/>
            </a:spcBef>
            <a:spcAft>
              <a:spcPct val="35000"/>
            </a:spcAft>
            <a:buNone/>
          </a:pPr>
          <a:r>
            <a:rPr lang="en-US" sz="2500" kern="1200"/>
            <a:t>Add</a:t>
          </a:r>
        </a:p>
      </dsp:txBody>
      <dsp:txXfrm>
        <a:off x="4723639" y="1005839"/>
        <a:ext cx="1276900" cy="467158"/>
      </dsp:txXfrm>
    </dsp:sp>
    <dsp:sp modelId="{8E39C506-021A-44AB-9825-E75A69CCE60C}">
      <dsp:nvSpPr>
        <dsp:cNvPr id="0" name=""/>
        <dsp:cNvSpPr/>
      </dsp:nvSpPr>
      <dsp:spPr>
        <a:xfrm>
          <a:off x="4583492" y="1472998"/>
          <a:ext cx="1417047" cy="255036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1978" tIns="111978" rIns="111978" bIns="223956" numCol="1" spcCol="1270" anchor="t" anchorCtr="0">
          <a:noAutofit/>
        </a:bodyPr>
        <a:lstStyle/>
        <a:p>
          <a:pPr marL="0" lvl="0" indent="0" algn="l" defTabSz="666750">
            <a:lnSpc>
              <a:spcPct val="90000"/>
            </a:lnSpc>
            <a:spcBef>
              <a:spcPct val="0"/>
            </a:spcBef>
            <a:spcAft>
              <a:spcPct val="35000"/>
            </a:spcAft>
            <a:buNone/>
          </a:pPr>
          <a:r>
            <a:rPr lang="en-US" sz="1500" kern="1200"/>
            <a:t>Add admin panel for hospital management </a:t>
          </a:r>
        </a:p>
      </dsp:txBody>
      <dsp:txXfrm>
        <a:off x="4583492" y="1472998"/>
        <a:ext cx="1417047" cy="255036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75BA94-7168-429A-9FB7-568E3BAF1627}">
      <dsp:nvSpPr>
        <dsp:cNvPr id="0" name=""/>
        <dsp:cNvSpPr/>
      </dsp:nvSpPr>
      <dsp:spPr>
        <a:xfrm>
          <a:off x="838666" y="828722"/>
          <a:ext cx="1073164" cy="10731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ECC708-D76E-441B-AE52-A717B85B004B}">
      <dsp:nvSpPr>
        <dsp:cNvPr id="0" name=""/>
        <dsp:cNvSpPr/>
      </dsp:nvSpPr>
      <dsp:spPr>
        <a:xfrm>
          <a:off x="182843" y="2218415"/>
          <a:ext cx="238480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b="0" i="0" kern="1200" baseline="0"/>
            <a:t>Simplifies appointment management </a:t>
          </a:r>
          <a:endParaRPr lang="en-US" sz="1800" kern="1200"/>
        </a:p>
      </dsp:txBody>
      <dsp:txXfrm>
        <a:off x="182843" y="2218415"/>
        <a:ext cx="2384809" cy="720000"/>
      </dsp:txXfrm>
    </dsp:sp>
    <dsp:sp modelId="{824FFE41-9D39-428C-AF29-0D8018BFECA6}">
      <dsp:nvSpPr>
        <dsp:cNvPr id="0" name=""/>
        <dsp:cNvSpPr/>
      </dsp:nvSpPr>
      <dsp:spPr>
        <a:xfrm>
          <a:off x="3640817" y="828722"/>
          <a:ext cx="1073164" cy="10731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0ABD2-47D7-46BC-837C-25325A1ADD7B}">
      <dsp:nvSpPr>
        <dsp:cNvPr id="0" name=""/>
        <dsp:cNvSpPr/>
      </dsp:nvSpPr>
      <dsp:spPr>
        <a:xfrm>
          <a:off x="2984994" y="2218415"/>
          <a:ext cx="238480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b="0" i="0" kern="1200" baseline="0"/>
            <a:t>Reduces manual errors </a:t>
          </a:r>
          <a:endParaRPr lang="en-US" sz="1800" kern="1200"/>
        </a:p>
      </dsp:txBody>
      <dsp:txXfrm>
        <a:off x="2984994" y="2218415"/>
        <a:ext cx="2384809" cy="720000"/>
      </dsp:txXfrm>
    </dsp:sp>
    <dsp:sp modelId="{36AD73ED-3644-4281-8894-FFAFB217F8E5}">
      <dsp:nvSpPr>
        <dsp:cNvPr id="0" name=""/>
        <dsp:cNvSpPr/>
      </dsp:nvSpPr>
      <dsp:spPr>
        <a:xfrm>
          <a:off x="6442968" y="828722"/>
          <a:ext cx="1073164" cy="107316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1326E3-4DF8-4C0B-B66D-997B82010742}">
      <dsp:nvSpPr>
        <dsp:cNvPr id="0" name=""/>
        <dsp:cNvSpPr/>
      </dsp:nvSpPr>
      <dsp:spPr>
        <a:xfrm>
          <a:off x="5787145" y="2218415"/>
          <a:ext cx="238480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b="0" i="0" kern="1200" baseline="0"/>
            <a:t>Provides real-time access to schedules </a:t>
          </a:r>
          <a:endParaRPr lang="en-US" sz="1800" kern="1200"/>
        </a:p>
      </dsp:txBody>
      <dsp:txXfrm>
        <a:off x="5787145" y="2218415"/>
        <a:ext cx="2384809" cy="720000"/>
      </dsp:txXfrm>
    </dsp:sp>
    <dsp:sp modelId="{D90DF730-F1BB-4AC9-94B2-068304184452}">
      <dsp:nvSpPr>
        <dsp:cNvPr id="0" name=""/>
        <dsp:cNvSpPr/>
      </dsp:nvSpPr>
      <dsp:spPr>
        <a:xfrm>
          <a:off x="9245119" y="828722"/>
          <a:ext cx="1073164" cy="107316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834243-6FE8-4885-A45D-5B8E2EE4F931}">
      <dsp:nvSpPr>
        <dsp:cNvPr id="0" name=""/>
        <dsp:cNvSpPr/>
      </dsp:nvSpPr>
      <dsp:spPr>
        <a:xfrm>
          <a:off x="8589296" y="2218415"/>
          <a:ext cx="238480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b="0" i="0" kern="1200" baseline="0"/>
            <a:t>Helps both patients and doctors efficiently </a:t>
          </a:r>
          <a:endParaRPr lang="en-US" sz="1800" kern="1200"/>
        </a:p>
      </dsp:txBody>
      <dsp:txXfrm>
        <a:off x="8589296" y="2218415"/>
        <a:ext cx="2384809"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3/25/2026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68896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3/25/2026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5959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3/25/2026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576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3/25/2026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76649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3/25/2026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09177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3/25/2026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854809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3/25/2026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59568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3/25/2026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26594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3/25/2026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69079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3/25/2026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29363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3/25/2026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117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3/25/2026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5010657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a:extLst>
              <a:ext uri="{FF2B5EF4-FFF2-40B4-BE49-F238E27FC236}">
                <a16:creationId xmlns:a16="http://schemas.microsoft.com/office/drawing/2014/main" id="{61A2BB51-CE67-8A97-75AC-3978D00872EC}"/>
              </a:ext>
            </a:extLst>
          </p:cNvPr>
          <p:cNvPicPr>
            <a:picLocks noChangeAspect="1"/>
          </p:cNvPicPr>
          <p:nvPr/>
        </p:nvPicPr>
        <p:blipFill>
          <a:blip r:embed="rId2"/>
          <a:srcRect t="22134" b="19425"/>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52BF93AE-9BF5-632A-8919-F8A06E834571}"/>
              </a:ext>
            </a:extLst>
          </p:cNvPr>
          <p:cNvSpPr>
            <a:spLocks noGrp="1"/>
          </p:cNvSpPr>
          <p:nvPr>
            <p:ph type="ctrTitle"/>
          </p:nvPr>
        </p:nvSpPr>
        <p:spPr>
          <a:xfrm>
            <a:off x="320039" y="5739969"/>
            <a:ext cx="8178501" cy="960120"/>
          </a:xfrm>
          <a:ln>
            <a:noFill/>
          </a:ln>
        </p:spPr>
        <p:txBody>
          <a:bodyPr anchor="ctr">
            <a:normAutofit fontScale="90000"/>
          </a:bodyPr>
          <a:lstStyle/>
          <a:p>
            <a:r>
              <a:rPr lang="en-GB" sz="4400" dirty="0"/>
              <a:t>Hospital Appointment &amp; Doctor Scheduling System</a:t>
            </a:r>
            <a:endParaRPr lang="en-IN" sz="4400" dirty="0"/>
          </a:p>
        </p:txBody>
      </p:sp>
      <p:sp>
        <p:nvSpPr>
          <p:cNvPr id="3" name="Subtitle 2">
            <a:extLst>
              <a:ext uri="{FF2B5EF4-FFF2-40B4-BE49-F238E27FC236}">
                <a16:creationId xmlns:a16="http://schemas.microsoft.com/office/drawing/2014/main" id="{DC22EBE1-0F4C-7EFD-3AA2-B02F5237F666}"/>
              </a:ext>
            </a:extLst>
          </p:cNvPr>
          <p:cNvSpPr>
            <a:spLocks noGrp="1"/>
          </p:cNvSpPr>
          <p:nvPr>
            <p:ph type="subTitle" idx="1"/>
          </p:nvPr>
        </p:nvSpPr>
        <p:spPr>
          <a:xfrm>
            <a:off x="8641975" y="5739969"/>
            <a:ext cx="3355309" cy="960120"/>
          </a:xfrm>
        </p:spPr>
        <p:txBody>
          <a:bodyPr anchor="ctr">
            <a:normAutofit/>
          </a:bodyPr>
          <a:lstStyle/>
          <a:p>
            <a:pPr algn="r"/>
            <a:endParaRPr lang="en-IN" sz="1900"/>
          </a:p>
        </p:txBody>
      </p:sp>
    </p:spTree>
    <p:extLst>
      <p:ext uri="{BB962C8B-B14F-4D97-AF65-F5344CB8AC3E}">
        <p14:creationId xmlns:p14="http://schemas.microsoft.com/office/powerpoint/2010/main" val="184950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B340C0-DAC1-F1CE-081F-0780198EE303}"/>
              </a:ext>
            </a:extLst>
          </p:cNvPr>
          <p:cNvSpPr>
            <a:spLocks noGrp="1"/>
          </p:cNvSpPr>
          <p:nvPr>
            <p:ph type="title"/>
          </p:nvPr>
        </p:nvSpPr>
        <p:spPr>
          <a:xfrm>
            <a:off x="521208" y="978408"/>
            <a:ext cx="4288536" cy="3364992"/>
          </a:xfrm>
        </p:spPr>
        <p:txBody>
          <a:bodyPr>
            <a:normAutofit/>
          </a:bodyPr>
          <a:lstStyle/>
          <a:p>
            <a:r>
              <a:rPr lang="en-IN"/>
              <a:t>Team Members</a:t>
            </a:r>
            <a:endParaRPr lang="en-IN" dirty="0"/>
          </a:p>
        </p:txBody>
      </p:sp>
      <p:sp>
        <p:nvSpPr>
          <p:cNvPr id="11" name="Rectangle 10">
            <a:extLst>
              <a:ext uri="{FF2B5EF4-FFF2-40B4-BE49-F238E27FC236}">
                <a16:creationId xmlns:a16="http://schemas.microsoft.com/office/drawing/2014/main" id="{A91E908F-EF1E-2FDB-BE4D-3F4C56B2F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7A2980E-8F82-6B7D-A838-277407403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6824339B-5694-ABBE-2990-E7BBCA51D02C}"/>
              </a:ext>
            </a:extLst>
          </p:cNvPr>
          <p:cNvGraphicFramePr>
            <a:graphicFrameLocks noGrp="1"/>
          </p:cNvGraphicFramePr>
          <p:nvPr>
            <p:ph idx="1"/>
            <p:extLst>
              <p:ext uri="{D42A27DB-BD31-4B8C-83A1-F6EECF244321}">
                <p14:modId xmlns:p14="http://schemas.microsoft.com/office/powerpoint/2010/main" val="4143249337"/>
              </p:ext>
            </p:extLst>
          </p:nvPr>
        </p:nvGraphicFramePr>
        <p:xfrm>
          <a:off x="5864356" y="1925953"/>
          <a:ext cx="5480297" cy="3134112"/>
        </p:xfrm>
        <a:graphic>
          <a:graphicData uri="http://schemas.openxmlformats.org/drawingml/2006/table">
            <a:tbl>
              <a:tblPr>
                <a:solidFill>
                  <a:schemeClr val="tx1">
                    <a:lumMod val="65000"/>
                    <a:lumOff val="35000"/>
                  </a:schemeClr>
                </a:solidFill>
              </a:tblPr>
              <a:tblGrid>
                <a:gridCol w="2633737">
                  <a:extLst>
                    <a:ext uri="{9D8B030D-6E8A-4147-A177-3AD203B41FA5}">
                      <a16:colId xmlns:a16="http://schemas.microsoft.com/office/drawing/2014/main" val="2248635593"/>
                    </a:ext>
                  </a:extLst>
                </a:gridCol>
                <a:gridCol w="2846560">
                  <a:extLst>
                    <a:ext uri="{9D8B030D-6E8A-4147-A177-3AD203B41FA5}">
                      <a16:colId xmlns:a16="http://schemas.microsoft.com/office/drawing/2014/main" val="1896624330"/>
                    </a:ext>
                  </a:extLst>
                </a:gridCol>
              </a:tblGrid>
              <a:tr h="783528">
                <a:tc>
                  <a:txBody>
                    <a:bodyPr/>
                    <a:lstStyle/>
                    <a:p>
                      <a:pPr algn="ctr" rtl="0" fontAlgn="b">
                        <a:buNone/>
                      </a:pPr>
                      <a:r>
                        <a:rPr lang="en-IN" sz="3300" cap="none" spc="0">
                          <a:solidFill>
                            <a:schemeClr val="bg1"/>
                          </a:solidFill>
                          <a:effectLst/>
                        </a:rPr>
                        <a:t>2420030164</a:t>
                      </a:r>
                    </a:p>
                  </a:txBody>
                  <a:tcPr marL="24861" marR="24861" marT="16574" marB="188595"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ctr" rtl="0" fontAlgn="b">
                        <a:buNone/>
                      </a:pPr>
                      <a:r>
                        <a:rPr lang="en-IN" sz="3300" cap="none" spc="0">
                          <a:solidFill>
                            <a:schemeClr val="bg1"/>
                          </a:solidFill>
                          <a:effectLst/>
                        </a:rPr>
                        <a:t>P.Moukshitha</a:t>
                      </a:r>
                    </a:p>
                  </a:txBody>
                  <a:tcPr marL="24861" marR="24861" marT="16574" marB="188595"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540559239"/>
                  </a:ext>
                </a:extLst>
              </a:tr>
              <a:tr h="783528">
                <a:tc>
                  <a:txBody>
                    <a:bodyPr/>
                    <a:lstStyle/>
                    <a:p>
                      <a:pPr algn="ctr" rtl="0" fontAlgn="b">
                        <a:buNone/>
                      </a:pPr>
                      <a:r>
                        <a:rPr lang="en-IN" sz="3300" cap="none" spc="0">
                          <a:solidFill>
                            <a:schemeClr val="bg1"/>
                          </a:solidFill>
                          <a:effectLst/>
                        </a:rPr>
                        <a:t>2420030156</a:t>
                      </a:r>
                    </a:p>
                  </a:txBody>
                  <a:tcPr marL="24861" marR="24861" marT="16574" marB="188595"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ctr" rtl="0" fontAlgn="b">
                        <a:buNone/>
                      </a:pPr>
                      <a:r>
                        <a:rPr lang="en-IN" sz="3300" cap="none" spc="0">
                          <a:solidFill>
                            <a:schemeClr val="bg1"/>
                          </a:solidFill>
                          <a:effectLst/>
                        </a:rPr>
                        <a:t>B.Kamalesh</a:t>
                      </a:r>
                    </a:p>
                  </a:txBody>
                  <a:tcPr marL="24861" marR="24861" marT="16574" marB="188595"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2044364435"/>
                  </a:ext>
                </a:extLst>
              </a:tr>
              <a:tr h="783528">
                <a:tc>
                  <a:txBody>
                    <a:bodyPr/>
                    <a:lstStyle/>
                    <a:p>
                      <a:pPr algn="ctr" rtl="0" fontAlgn="b">
                        <a:buNone/>
                      </a:pPr>
                      <a:r>
                        <a:rPr lang="en-IN" sz="3300" cap="none" spc="0">
                          <a:solidFill>
                            <a:schemeClr val="bg1"/>
                          </a:solidFill>
                          <a:effectLst/>
                        </a:rPr>
                        <a:t>2420030136</a:t>
                      </a:r>
                    </a:p>
                  </a:txBody>
                  <a:tcPr marL="24861" marR="24861" marT="16574" marB="188595"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ctr" rtl="0" fontAlgn="b">
                        <a:buNone/>
                      </a:pPr>
                      <a:r>
                        <a:rPr lang="en-IN" sz="3300" cap="none" spc="0">
                          <a:solidFill>
                            <a:schemeClr val="bg1"/>
                          </a:solidFill>
                          <a:effectLst/>
                        </a:rPr>
                        <a:t>A.Srinivas</a:t>
                      </a:r>
                    </a:p>
                  </a:txBody>
                  <a:tcPr marL="24861" marR="24861" marT="16574" marB="188595"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2900568503"/>
                  </a:ext>
                </a:extLst>
              </a:tr>
              <a:tr h="783528">
                <a:tc>
                  <a:txBody>
                    <a:bodyPr/>
                    <a:lstStyle/>
                    <a:p>
                      <a:pPr algn="ctr" rtl="0" fontAlgn="b">
                        <a:buNone/>
                      </a:pPr>
                      <a:r>
                        <a:rPr lang="en-IN" sz="3300" cap="none" spc="0">
                          <a:solidFill>
                            <a:schemeClr val="bg1"/>
                          </a:solidFill>
                          <a:effectLst/>
                        </a:rPr>
                        <a:t>2420030264</a:t>
                      </a:r>
                    </a:p>
                  </a:txBody>
                  <a:tcPr marL="24861" marR="24861" marT="16574" marB="188595"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ctr" rtl="0" fontAlgn="b">
                        <a:buNone/>
                      </a:pPr>
                      <a:r>
                        <a:rPr lang="en-IN" sz="3300" cap="none" spc="0">
                          <a:solidFill>
                            <a:schemeClr val="bg1"/>
                          </a:solidFill>
                          <a:effectLst/>
                        </a:rPr>
                        <a:t>Y.Yamini</a:t>
                      </a:r>
                    </a:p>
                  </a:txBody>
                  <a:tcPr marL="24861" marR="24861" marT="16574" marB="188595" anchor="b">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929805559"/>
                  </a:ext>
                </a:extLst>
              </a:tr>
            </a:tbl>
          </a:graphicData>
        </a:graphic>
      </p:graphicFrame>
    </p:spTree>
    <p:extLst>
      <p:ext uri="{BB962C8B-B14F-4D97-AF65-F5344CB8AC3E}">
        <p14:creationId xmlns:p14="http://schemas.microsoft.com/office/powerpoint/2010/main" val="2351591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33F73-BDF9-6193-B7A7-6AE6A9F4C21C}"/>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DA18B3BD-6D91-C1CD-67BE-2DF74D62BE6C}"/>
              </a:ext>
            </a:extLst>
          </p:cNvPr>
          <p:cNvSpPr>
            <a:spLocks noGrp="1"/>
          </p:cNvSpPr>
          <p:nvPr>
            <p:ph idx="1"/>
          </p:nvPr>
        </p:nvSpPr>
        <p:spPr/>
        <p:txBody>
          <a:bodyPr/>
          <a:lstStyle/>
          <a:p>
            <a:r>
              <a:rPr lang="en-GB" dirty="0"/>
              <a:t>In many hospitals and clinics, the process of booking appointments with doctors is often manual, time-consuming, and prone to errors. Patients frequently face long waiting times, difficulty finding available doctors, and the risk of double-booked appointments. Doctors, on the other hand, struggle to manage their schedules efficiently and keep track of patient details.</a:t>
            </a:r>
          </a:p>
          <a:p>
            <a:r>
              <a:rPr lang="en-GB" dirty="0"/>
              <a:t>This system aims to provide an </a:t>
            </a:r>
            <a:r>
              <a:rPr lang="en-GB" b="1" dirty="0"/>
              <a:t>online solution</a:t>
            </a:r>
            <a:r>
              <a:rPr lang="en-GB" dirty="0"/>
              <a:t> that allows patients to book appointments easily, enter personal details such as name, age, place, and health issue, and view their upcoming appointments. Simultaneously, doctors can access their schedule and view relevant patient information, helping streamline hospital operations and reduce errors.</a:t>
            </a:r>
          </a:p>
          <a:p>
            <a:endParaRPr lang="en-IN" dirty="0"/>
          </a:p>
        </p:txBody>
      </p:sp>
    </p:spTree>
    <p:extLst>
      <p:ext uri="{BB962C8B-B14F-4D97-AF65-F5344CB8AC3E}">
        <p14:creationId xmlns:p14="http://schemas.microsoft.com/office/powerpoint/2010/main" val="1400944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DE7953A-3CAA-DD34-1F92-245193B65A3D}"/>
              </a:ext>
            </a:extLst>
          </p:cNvPr>
          <p:cNvSpPr>
            <a:spLocks noGrp="1"/>
          </p:cNvSpPr>
          <p:nvPr>
            <p:ph type="title"/>
          </p:nvPr>
        </p:nvSpPr>
        <p:spPr>
          <a:xfrm>
            <a:off x="521208" y="978408"/>
            <a:ext cx="4288536" cy="3364992"/>
          </a:xfrm>
        </p:spPr>
        <p:txBody>
          <a:bodyPr>
            <a:normAutofit/>
          </a:bodyPr>
          <a:lstStyle/>
          <a:p>
            <a:r>
              <a:rPr lang="en-IN" dirty="0"/>
              <a:t>Objective</a:t>
            </a:r>
          </a:p>
        </p:txBody>
      </p:sp>
      <p:sp>
        <p:nvSpPr>
          <p:cNvPr id="11" name="Rectangle 10">
            <a:extLst>
              <a:ext uri="{FF2B5EF4-FFF2-40B4-BE49-F238E27FC236}">
                <a16:creationId xmlns:a16="http://schemas.microsoft.com/office/drawing/2014/main" id="{A91E908F-EF1E-2FDB-BE4D-3F4C56B2F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7A2980E-8F82-6B7D-A838-277407403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12C2CE1-47E8-5C24-C4C5-AED5E9CA570B}"/>
              </a:ext>
            </a:extLst>
          </p:cNvPr>
          <p:cNvGraphicFramePr>
            <a:graphicFrameLocks noGrp="1"/>
          </p:cNvGraphicFramePr>
          <p:nvPr>
            <p:ph idx="1"/>
            <p:extLst>
              <p:ext uri="{D42A27DB-BD31-4B8C-83A1-F6EECF244321}">
                <p14:modId xmlns:p14="http://schemas.microsoft.com/office/powerpoint/2010/main" val="2255120323"/>
              </p:ext>
            </p:extLst>
          </p:nvPr>
        </p:nvGraphicFramePr>
        <p:xfrm>
          <a:off x="5532120" y="978408"/>
          <a:ext cx="6144768"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3479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12648"/>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CBC7F-AD4B-B68C-30F3-672FE8E6C35C}"/>
              </a:ext>
            </a:extLst>
          </p:cNvPr>
          <p:cNvSpPr>
            <a:spLocks noGrp="1"/>
          </p:cNvSpPr>
          <p:nvPr>
            <p:ph type="title"/>
          </p:nvPr>
        </p:nvSpPr>
        <p:spPr>
          <a:xfrm>
            <a:off x="521208" y="978408"/>
            <a:ext cx="5020056" cy="5376672"/>
          </a:xfrm>
        </p:spPr>
        <p:txBody>
          <a:bodyPr>
            <a:normAutofit/>
          </a:bodyPr>
          <a:lstStyle/>
          <a:p>
            <a:r>
              <a:rPr lang="en-IN" dirty="0"/>
              <a:t>System Users</a:t>
            </a:r>
          </a:p>
        </p:txBody>
      </p:sp>
      <p:sp>
        <p:nvSpPr>
          <p:cNvPr id="3" name="Content Placeholder 2">
            <a:extLst>
              <a:ext uri="{FF2B5EF4-FFF2-40B4-BE49-F238E27FC236}">
                <a16:creationId xmlns:a16="http://schemas.microsoft.com/office/drawing/2014/main" id="{728160D1-BDB4-2E0A-5F87-BDF71CDF01AE}"/>
              </a:ext>
            </a:extLst>
          </p:cNvPr>
          <p:cNvSpPr>
            <a:spLocks noGrp="1"/>
          </p:cNvSpPr>
          <p:nvPr>
            <p:ph idx="1"/>
          </p:nvPr>
        </p:nvSpPr>
        <p:spPr>
          <a:xfrm>
            <a:off x="6665976" y="1042416"/>
            <a:ext cx="5010912" cy="5312664"/>
          </a:xfrm>
        </p:spPr>
        <p:txBody>
          <a:bodyPr>
            <a:normAutofit lnSpcReduction="10000"/>
          </a:bodyPr>
          <a:lstStyle/>
          <a:p>
            <a:pPr>
              <a:lnSpc>
                <a:spcPct val="100000"/>
              </a:lnSpc>
            </a:pPr>
            <a:r>
              <a:rPr lang="en-GB" sz="1500" b="1"/>
              <a:t>Patient</a:t>
            </a:r>
          </a:p>
          <a:p>
            <a:pPr>
              <a:lnSpc>
                <a:spcPct val="100000"/>
              </a:lnSpc>
              <a:buFont typeface="Wingdings" panose="05000000000000000000" pitchFamily="2" charset="2"/>
              <a:buChar char="Ø"/>
            </a:pPr>
            <a:r>
              <a:rPr lang="en-GB" sz="1500" b="1"/>
              <a:t>Role:</a:t>
            </a:r>
            <a:r>
              <a:rPr lang="en-GB" sz="1500"/>
              <a:t> The patient is the main user who needs to book medical appointments with doctors.</a:t>
            </a:r>
          </a:p>
          <a:p>
            <a:pPr>
              <a:lnSpc>
                <a:spcPct val="100000"/>
              </a:lnSpc>
              <a:buFont typeface="Wingdings" panose="05000000000000000000" pitchFamily="2" charset="2"/>
              <a:buChar char="Ø"/>
            </a:pPr>
            <a:r>
              <a:rPr lang="en-GB" sz="1500" b="1"/>
              <a:t>Responsibilities and Features:</a:t>
            </a:r>
            <a:endParaRPr lang="en-GB" sz="1500"/>
          </a:p>
          <a:p>
            <a:pPr>
              <a:lnSpc>
                <a:spcPct val="100000"/>
              </a:lnSpc>
              <a:buFont typeface="Wingdings" panose="05000000000000000000" pitchFamily="2" charset="2"/>
              <a:buChar char="Ø"/>
            </a:pPr>
            <a:r>
              <a:rPr lang="en-GB" sz="1500" b="1"/>
              <a:t>Login:</a:t>
            </a:r>
            <a:r>
              <a:rPr lang="en-GB" sz="1500"/>
              <a:t> Access the system with a unique username and password. </a:t>
            </a:r>
          </a:p>
          <a:p>
            <a:pPr>
              <a:lnSpc>
                <a:spcPct val="100000"/>
              </a:lnSpc>
              <a:buFont typeface="Wingdings" panose="05000000000000000000" pitchFamily="2" charset="2"/>
              <a:buChar char="Ø"/>
            </a:pPr>
            <a:r>
              <a:rPr lang="en-GB" sz="1500" b="1"/>
              <a:t>Provide Details:</a:t>
            </a:r>
            <a:r>
              <a:rPr lang="en-GB" sz="1500"/>
              <a:t> Enter personal information such as: </a:t>
            </a:r>
          </a:p>
          <a:p>
            <a:pPr lvl="1">
              <a:lnSpc>
                <a:spcPct val="100000"/>
              </a:lnSpc>
              <a:buFont typeface="Wingdings" panose="05000000000000000000" pitchFamily="2" charset="2"/>
              <a:buChar char="Ø"/>
            </a:pPr>
            <a:r>
              <a:rPr lang="en-GB" sz="1500"/>
              <a:t>Name </a:t>
            </a:r>
          </a:p>
          <a:p>
            <a:pPr lvl="1">
              <a:lnSpc>
                <a:spcPct val="100000"/>
              </a:lnSpc>
              <a:buFont typeface="Wingdings" panose="05000000000000000000" pitchFamily="2" charset="2"/>
              <a:buChar char="Ø"/>
            </a:pPr>
            <a:r>
              <a:rPr lang="en-GB" sz="1500"/>
              <a:t>Age </a:t>
            </a:r>
          </a:p>
          <a:p>
            <a:pPr lvl="1">
              <a:lnSpc>
                <a:spcPct val="100000"/>
              </a:lnSpc>
              <a:buFont typeface="Wingdings" panose="05000000000000000000" pitchFamily="2" charset="2"/>
              <a:buChar char="Ø"/>
            </a:pPr>
            <a:r>
              <a:rPr lang="en-GB" sz="1500"/>
              <a:t>Place </a:t>
            </a:r>
          </a:p>
          <a:p>
            <a:pPr lvl="1">
              <a:lnSpc>
                <a:spcPct val="100000"/>
              </a:lnSpc>
              <a:buFont typeface="Wingdings" panose="05000000000000000000" pitchFamily="2" charset="2"/>
              <a:buChar char="Ø"/>
            </a:pPr>
            <a:r>
              <a:rPr lang="en-GB" sz="1500"/>
              <a:t>Health Issue / Cause of Visit </a:t>
            </a:r>
          </a:p>
          <a:p>
            <a:pPr>
              <a:lnSpc>
                <a:spcPct val="100000"/>
              </a:lnSpc>
              <a:buFont typeface="Wingdings" panose="05000000000000000000" pitchFamily="2" charset="2"/>
              <a:buChar char="Ø"/>
            </a:pPr>
            <a:r>
              <a:rPr lang="en-GB" sz="1500" b="1"/>
              <a:t>Book Appointments:</a:t>
            </a:r>
            <a:r>
              <a:rPr lang="en-GB" sz="1500"/>
              <a:t> Choose a doctor and select a suitable date and time. </a:t>
            </a:r>
          </a:p>
          <a:p>
            <a:pPr>
              <a:lnSpc>
                <a:spcPct val="100000"/>
              </a:lnSpc>
              <a:buFont typeface="Wingdings" panose="05000000000000000000" pitchFamily="2" charset="2"/>
              <a:buChar char="Ø"/>
            </a:pPr>
            <a:r>
              <a:rPr lang="en-GB" sz="1500" b="1"/>
              <a:t>View Appointments:</a:t>
            </a:r>
            <a:r>
              <a:rPr lang="en-GB" sz="1500"/>
              <a:t> Check upcoming appointments and confirm bookings. </a:t>
            </a:r>
          </a:p>
          <a:p>
            <a:pPr>
              <a:lnSpc>
                <a:spcPct val="100000"/>
              </a:lnSpc>
            </a:pPr>
            <a:r>
              <a:rPr lang="en-GB" sz="1500" b="1"/>
              <a:t>Goal:</a:t>
            </a:r>
            <a:r>
              <a:rPr lang="en-GB" sz="1500"/>
              <a:t> To make the appointment process </a:t>
            </a:r>
            <a:r>
              <a:rPr lang="en-GB" sz="1500" b="1"/>
              <a:t>easy, fast, and error-free</a:t>
            </a:r>
            <a:r>
              <a:rPr lang="en-GB" sz="1500"/>
              <a:t> for patients, reducing waiting times and ensuring proper scheduling.</a:t>
            </a:r>
          </a:p>
          <a:p>
            <a:pPr>
              <a:lnSpc>
                <a:spcPct val="100000"/>
              </a:lnSpc>
            </a:pPr>
            <a:endParaRPr lang="en-IN" sz="1500"/>
          </a:p>
        </p:txBody>
      </p:sp>
    </p:spTree>
    <p:extLst>
      <p:ext uri="{BB962C8B-B14F-4D97-AF65-F5344CB8AC3E}">
        <p14:creationId xmlns:p14="http://schemas.microsoft.com/office/powerpoint/2010/main" val="2047754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12648"/>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8B98C2-2A35-9D0C-4CEC-FE711C38C9C3}"/>
              </a:ext>
            </a:extLst>
          </p:cNvPr>
          <p:cNvSpPr>
            <a:spLocks noGrp="1"/>
          </p:cNvSpPr>
          <p:nvPr>
            <p:ph type="title"/>
          </p:nvPr>
        </p:nvSpPr>
        <p:spPr>
          <a:xfrm>
            <a:off x="521208" y="978408"/>
            <a:ext cx="5020056" cy="5376672"/>
          </a:xfrm>
        </p:spPr>
        <p:txBody>
          <a:bodyPr>
            <a:normAutofit/>
          </a:bodyPr>
          <a:lstStyle/>
          <a:p>
            <a:r>
              <a:rPr lang="en-IN" dirty="0"/>
              <a:t>System Users</a:t>
            </a:r>
          </a:p>
        </p:txBody>
      </p:sp>
      <p:sp>
        <p:nvSpPr>
          <p:cNvPr id="3" name="Content Placeholder 2">
            <a:extLst>
              <a:ext uri="{FF2B5EF4-FFF2-40B4-BE49-F238E27FC236}">
                <a16:creationId xmlns:a16="http://schemas.microsoft.com/office/drawing/2014/main" id="{BD39BEA2-327A-1ACA-BD8A-C613A06B6958}"/>
              </a:ext>
            </a:extLst>
          </p:cNvPr>
          <p:cNvSpPr>
            <a:spLocks noGrp="1"/>
          </p:cNvSpPr>
          <p:nvPr>
            <p:ph idx="1"/>
          </p:nvPr>
        </p:nvSpPr>
        <p:spPr>
          <a:xfrm>
            <a:off x="6665976" y="1042416"/>
            <a:ext cx="5010912" cy="5312664"/>
          </a:xfrm>
        </p:spPr>
        <p:txBody>
          <a:bodyPr>
            <a:normAutofit/>
          </a:bodyPr>
          <a:lstStyle/>
          <a:p>
            <a:pPr>
              <a:lnSpc>
                <a:spcPct val="100000"/>
              </a:lnSpc>
            </a:pPr>
            <a:r>
              <a:rPr lang="en-GB" sz="1400" b="1"/>
              <a:t>Doctor</a:t>
            </a:r>
          </a:p>
          <a:p>
            <a:pPr>
              <a:lnSpc>
                <a:spcPct val="100000"/>
              </a:lnSpc>
              <a:buFont typeface="Wingdings" panose="05000000000000000000" pitchFamily="2" charset="2"/>
              <a:buChar char="Ø"/>
            </a:pPr>
            <a:r>
              <a:rPr lang="en-GB" sz="1400" b="1"/>
              <a:t>Role:</a:t>
            </a:r>
            <a:r>
              <a:rPr lang="en-GB" sz="1400"/>
              <a:t> The doctor is a user who provides medical consultations and manages appointments.</a:t>
            </a:r>
          </a:p>
          <a:p>
            <a:pPr>
              <a:lnSpc>
                <a:spcPct val="100000"/>
              </a:lnSpc>
              <a:buFont typeface="Wingdings" panose="05000000000000000000" pitchFamily="2" charset="2"/>
              <a:buChar char="Ø"/>
            </a:pPr>
            <a:r>
              <a:rPr lang="en-GB" sz="1400" b="1"/>
              <a:t>Responsibilities and Features:</a:t>
            </a:r>
            <a:endParaRPr lang="en-GB" sz="1400"/>
          </a:p>
          <a:p>
            <a:pPr>
              <a:lnSpc>
                <a:spcPct val="100000"/>
              </a:lnSpc>
              <a:buFont typeface="Wingdings" panose="05000000000000000000" pitchFamily="2" charset="2"/>
              <a:buChar char="Ø"/>
            </a:pPr>
            <a:r>
              <a:rPr lang="en-GB" sz="1400" b="1"/>
              <a:t>Login:</a:t>
            </a:r>
            <a:r>
              <a:rPr lang="en-GB" sz="1400"/>
              <a:t> Access the system with a unique username and password. </a:t>
            </a:r>
          </a:p>
          <a:p>
            <a:pPr>
              <a:lnSpc>
                <a:spcPct val="100000"/>
              </a:lnSpc>
              <a:buFont typeface="Wingdings" panose="05000000000000000000" pitchFamily="2" charset="2"/>
              <a:buChar char="Ø"/>
            </a:pPr>
            <a:r>
              <a:rPr lang="en-GB" sz="1400" b="1"/>
              <a:t>View Schedule:</a:t>
            </a:r>
            <a:r>
              <a:rPr lang="en-GB" sz="1400"/>
              <a:t> See all upcoming appointments with patients. </a:t>
            </a:r>
          </a:p>
          <a:p>
            <a:pPr>
              <a:lnSpc>
                <a:spcPct val="100000"/>
              </a:lnSpc>
              <a:buFont typeface="Wingdings" panose="05000000000000000000" pitchFamily="2" charset="2"/>
              <a:buChar char="Ø"/>
            </a:pPr>
            <a:r>
              <a:rPr lang="en-GB" sz="1400" b="1"/>
              <a:t>Access Patient Details:</a:t>
            </a:r>
            <a:r>
              <a:rPr lang="en-GB" sz="1400"/>
              <a:t> Check each patient’s information, including: </a:t>
            </a:r>
          </a:p>
          <a:p>
            <a:pPr lvl="1">
              <a:lnSpc>
                <a:spcPct val="100000"/>
              </a:lnSpc>
              <a:buFont typeface="Wingdings" panose="05000000000000000000" pitchFamily="2" charset="2"/>
              <a:buChar char="Ø"/>
            </a:pPr>
            <a:r>
              <a:rPr lang="en-GB" sz="1400"/>
              <a:t>Name </a:t>
            </a:r>
          </a:p>
          <a:p>
            <a:pPr lvl="1">
              <a:lnSpc>
                <a:spcPct val="100000"/>
              </a:lnSpc>
              <a:buFont typeface="Wingdings" panose="05000000000000000000" pitchFamily="2" charset="2"/>
              <a:buChar char="Ø"/>
            </a:pPr>
            <a:r>
              <a:rPr lang="en-GB" sz="1400"/>
              <a:t>Age </a:t>
            </a:r>
          </a:p>
          <a:p>
            <a:pPr lvl="1">
              <a:lnSpc>
                <a:spcPct val="100000"/>
              </a:lnSpc>
              <a:buFont typeface="Wingdings" panose="05000000000000000000" pitchFamily="2" charset="2"/>
              <a:buChar char="Ø"/>
            </a:pPr>
            <a:r>
              <a:rPr lang="en-GB" sz="1400"/>
              <a:t>Place </a:t>
            </a:r>
          </a:p>
          <a:p>
            <a:pPr lvl="1">
              <a:lnSpc>
                <a:spcPct val="100000"/>
              </a:lnSpc>
              <a:buFont typeface="Wingdings" panose="05000000000000000000" pitchFamily="2" charset="2"/>
              <a:buChar char="Ø"/>
            </a:pPr>
            <a:r>
              <a:rPr lang="en-GB" sz="1400"/>
              <a:t>Health Issue / Cause of Visit </a:t>
            </a:r>
          </a:p>
          <a:p>
            <a:pPr>
              <a:lnSpc>
                <a:spcPct val="100000"/>
              </a:lnSpc>
              <a:buFont typeface="Wingdings" panose="05000000000000000000" pitchFamily="2" charset="2"/>
              <a:buChar char="Ø"/>
            </a:pPr>
            <a:r>
              <a:rPr lang="en-GB" sz="1400" b="1"/>
              <a:t>Manage Appointments:</a:t>
            </a:r>
            <a:r>
              <a:rPr lang="en-GB" sz="1400"/>
              <a:t> Ensure no double booking occurs and manage availability efficiently. </a:t>
            </a:r>
          </a:p>
          <a:p>
            <a:pPr>
              <a:lnSpc>
                <a:spcPct val="100000"/>
              </a:lnSpc>
            </a:pPr>
            <a:r>
              <a:rPr lang="en-GB" sz="1400" b="1"/>
              <a:t>Goal:</a:t>
            </a:r>
            <a:r>
              <a:rPr lang="en-GB" sz="1400"/>
              <a:t> To help doctors </a:t>
            </a:r>
            <a:r>
              <a:rPr lang="en-GB" sz="1400" b="1"/>
              <a:t>organize schedules, track patients, and provide timely consultations</a:t>
            </a:r>
            <a:r>
              <a:rPr lang="en-GB" sz="1400"/>
              <a:t> without confusion or errors.</a:t>
            </a:r>
          </a:p>
          <a:p>
            <a:pPr>
              <a:lnSpc>
                <a:spcPct val="100000"/>
              </a:lnSpc>
            </a:pPr>
            <a:endParaRPr lang="en-IN" sz="1400"/>
          </a:p>
        </p:txBody>
      </p:sp>
    </p:spTree>
    <p:extLst>
      <p:ext uri="{BB962C8B-B14F-4D97-AF65-F5344CB8AC3E}">
        <p14:creationId xmlns:p14="http://schemas.microsoft.com/office/powerpoint/2010/main" val="934552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5" name="Rectangle 24">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C1490C-D4A9-38B7-4BA9-229BBA018E04}"/>
              </a:ext>
            </a:extLst>
          </p:cNvPr>
          <p:cNvSpPr>
            <a:spLocks noGrp="1"/>
          </p:cNvSpPr>
          <p:nvPr>
            <p:ph type="title"/>
          </p:nvPr>
        </p:nvSpPr>
        <p:spPr>
          <a:xfrm>
            <a:off x="517870" y="978408"/>
            <a:ext cx="3465681" cy="2450592"/>
          </a:xfrm>
        </p:spPr>
        <p:txBody>
          <a:bodyPr vert="horz" lIns="91440" tIns="45720" rIns="91440" bIns="45720" rtlCol="0" anchor="t">
            <a:normAutofit fontScale="90000"/>
          </a:bodyPr>
          <a:lstStyle/>
          <a:p>
            <a:r>
              <a:rPr lang="en-US" sz="4800" dirty="0">
                <a:solidFill>
                  <a:schemeClr val="tx2"/>
                </a:solidFill>
              </a:rPr>
              <a:t>Predefined Users-Patients:--</a:t>
            </a:r>
            <a:r>
              <a:rPr lang="en-US" sz="4800" dirty="0">
                <a:solidFill>
                  <a:schemeClr val="tx2"/>
                </a:solidFill>
                <a:sym typeface="Wingdings" panose="05000000000000000000" pitchFamily="2" charset="2"/>
              </a:rPr>
              <a:t></a:t>
            </a:r>
            <a:br>
              <a:rPr lang="en-US" sz="4800" dirty="0">
                <a:solidFill>
                  <a:schemeClr val="tx2"/>
                </a:solidFill>
              </a:rPr>
            </a:br>
            <a:r>
              <a:rPr lang="en-GB" sz="4800" dirty="0"/>
              <a:t>Doctors:</a:t>
            </a:r>
            <a:br>
              <a:rPr lang="en-GB" sz="4800" dirty="0"/>
            </a:br>
            <a:r>
              <a:rPr lang="en-GB" sz="4800" dirty="0"/>
              <a:t>       |</a:t>
            </a:r>
            <a:br>
              <a:rPr lang="en-GB" sz="4800" dirty="0"/>
            </a:br>
            <a:r>
              <a:rPr lang="en-GB" sz="4800" dirty="0"/>
              <a:t>       </a:t>
            </a:r>
            <a:r>
              <a:rPr lang="en-GB" sz="1600" dirty="0" err="1"/>
              <a:t>alice</a:t>
            </a:r>
            <a:r>
              <a:rPr lang="en-GB" sz="1600" dirty="0"/>
              <a:t>/alice123, bob/bob123</a:t>
            </a:r>
            <a:endParaRPr lang="en-US" sz="1600" dirty="0">
              <a:solidFill>
                <a:schemeClr val="tx2"/>
              </a:solidFill>
            </a:endParaRPr>
          </a:p>
        </p:txBody>
      </p:sp>
      <p:sp>
        <p:nvSpPr>
          <p:cNvPr id="27" name="Rectangle 26">
            <a:extLst>
              <a:ext uri="{FF2B5EF4-FFF2-40B4-BE49-F238E27FC236}">
                <a16:creationId xmlns:a16="http://schemas.microsoft.com/office/drawing/2014/main" id="{D91952F0-771E-D2ED-C333-EEED6708B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FB6D83C-2377-9CAD-A991-9E0B6AF25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graphicFrame>
        <p:nvGraphicFramePr>
          <p:cNvPr id="7" name="Content Placeholder 6">
            <a:extLst>
              <a:ext uri="{FF2B5EF4-FFF2-40B4-BE49-F238E27FC236}">
                <a16:creationId xmlns:a16="http://schemas.microsoft.com/office/drawing/2014/main" id="{D43C3F7A-BC1F-52D6-45C6-D602CE5343A6}"/>
              </a:ext>
            </a:extLst>
          </p:cNvPr>
          <p:cNvGraphicFramePr>
            <a:graphicFrameLocks noGrp="1"/>
          </p:cNvGraphicFramePr>
          <p:nvPr>
            <p:ph idx="1"/>
            <p:extLst>
              <p:ext uri="{D42A27DB-BD31-4B8C-83A1-F6EECF244321}">
                <p14:modId xmlns:p14="http://schemas.microsoft.com/office/powerpoint/2010/main" val="3950168929"/>
              </p:ext>
            </p:extLst>
          </p:nvPr>
        </p:nvGraphicFramePr>
        <p:xfrm>
          <a:off x="4843690" y="1850248"/>
          <a:ext cx="6215779" cy="3256407"/>
        </p:xfrm>
        <a:graphic>
          <a:graphicData uri="http://schemas.openxmlformats.org/drawingml/2006/table">
            <a:tbl>
              <a:tblPr>
                <a:solidFill>
                  <a:srgbClr val="404040"/>
                </a:solidFill>
              </a:tblPr>
              <a:tblGrid>
                <a:gridCol w="3153728">
                  <a:extLst>
                    <a:ext uri="{9D8B030D-6E8A-4147-A177-3AD203B41FA5}">
                      <a16:colId xmlns:a16="http://schemas.microsoft.com/office/drawing/2014/main" val="3779010937"/>
                    </a:ext>
                  </a:extLst>
                </a:gridCol>
                <a:gridCol w="3062051">
                  <a:extLst>
                    <a:ext uri="{9D8B030D-6E8A-4147-A177-3AD203B41FA5}">
                      <a16:colId xmlns:a16="http://schemas.microsoft.com/office/drawing/2014/main" val="1730751845"/>
                    </a:ext>
                  </a:extLst>
                </a:gridCol>
              </a:tblGrid>
              <a:tr h="1085469">
                <a:tc>
                  <a:txBody>
                    <a:bodyPr/>
                    <a:lstStyle/>
                    <a:p>
                      <a:pPr>
                        <a:buNone/>
                      </a:pPr>
                      <a:r>
                        <a:rPr lang="en-IN" sz="3300" cap="none" spc="0" dirty="0">
                          <a:solidFill>
                            <a:schemeClr val="bg1"/>
                          </a:solidFill>
                        </a:rPr>
                        <a:t>Username</a:t>
                      </a:r>
                    </a:p>
                  </a:txBody>
                  <a:tcPr marL="461010" marR="461010" marT="251460" marB="23050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404040"/>
                    </a:solidFill>
                  </a:tcPr>
                </a:tc>
                <a:tc>
                  <a:txBody>
                    <a:bodyPr/>
                    <a:lstStyle/>
                    <a:p>
                      <a:pPr>
                        <a:buNone/>
                      </a:pPr>
                      <a:r>
                        <a:rPr lang="en-IN" sz="3300" cap="none" spc="0">
                          <a:solidFill>
                            <a:schemeClr val="bg1"/>
                          </a:solidFill>
                        </a:rPr>
                        <a:t>Password</a:t>
                      </a:r>
                    </a:p>
                  </a:txBody>
                  <a:tcPr marL="461010" marR="461010" marT="251460" marB="23050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404040"/>
                    </a:solidFill>
                  </a:tcPr>
                </a:tc>
                <a:extLst>
                  <a:ext uri="{0D108BD9-81ED-4DB2-BD59-A6C34878D82A}">
                    <a16:rowId xmlns:a16="http://schemas.microsoft.com/office/drawing/2014/main" val="2089815233"/>
                  </a:ext>
                </a:extLst>
              </a:tr>
              <a:tr h="1085469">
                <a:tc>
                  <a:txBody>
                    <a:bodyPr/>
                    <a:lstStyle/>
                    <a:p>
                      <a:pPr>
                        <a:buNone/>
                      </a:pPr>
                      <a:r>
                        <a:rPr lang="en-IN" sz="3300" cap="none" spc="0">
                          <a:solidFill>
                            <a:schemeClr val="bg1"/>
                          </a:solidFill>
                        </a:rPr>
                        <a:t>john</a:t>
                      </a:r>
                    </a:p>
                  </a:txBody>
                  <a:tcPr marL="461010" marR="461010" marT="251460" marB="230505" anchor="ctr">
                    <a:lnL w="12700" cmpd="sng">
                      <a:noFill/>
                      <a:prstDash val="solid"/>
                    </a:lnL>
                    <a:lnR w="12700" cmpd="sng">
                      <a:noFill/>
                      <a:prstDash val="solid"/>
                    </a:lnR>
                    <a:lnT w="12700" cmpd="sng">
                      <a:noFill/>
                      <a:prstDash val="solid"/>
                    </a:lnT>
                    <a:lnB w="12700" cmpd="sng">
                      <a:noFill/>
                      <a:prstDash val="solid"/>
                    </a:lnB>
                    <a:solidFill>
                      <a:srgbClr val="404040"/>
                    </a:solidFill>
                  </a:tcPr>
                </a:tc>
                <a:tc>
                  <a:txBody>
                    <a:bodyPr/>
                    <a:lstStyle/>
                    <a:p>
                      <a:pPr>
                        <a:buNone/>
                      </a:pPr>
                      <a:r>
                        <a:rPr lang="en-IN" sz="3300" cap="none" spc="0">
                          <a:solidFill>
                            <a:schemeClr val="bg1"/>
                          </a:solidFill>
                        </a:rPr>
                        <a:t>john123</a:t>
                      </a:r>
                    </a:p>
                  </a:txBody>
                  <a:tcPr marL="461010" marR="461010" marT="251460" marB="230505" anchor="ctr">
                    <a:lnL w="12700" cmpd="sng">
                      <a:noFill/>
                      <a:prstDash val="solid"/>
                    </a:lnL>
                    <a:lnR w="12700" cmpd="sng">
                      <a:noFill/>
                      <a:prstDash val="solid"/>
                    </a:lnR>
                    <a:lnT w="12700" cmpd="sng">
                      <a:noFill/>
                      <a:prstDash val="solid"/>
                    </a:lnT>
                    <a:lnB w="12700" cmpd="sng">
                      <a:noFill/>
                      <a:prstDash val="solid"/>
                    </a:lnB>
                    <a:solidFill>
                      <a:srgbClr val="404040"/>
                    </a:solidFill>
                  </a:tcPr>
                </a:tc>
                <a:extLst>
                  <a:ext uri="{0D108BD9-81ED-4DB2-BD59-A6C34878D82A}">
                    <a16:rowId xmlns:a16="http://schemas.microsoft.com/office/drawing/2014/main" val="2429506405"/>
                  </a:ext>
                </a:extLst>
              </a:tr>
              <a:tr h="1085469">
                <a:tc>
                  <a:txBody>
                    <a:bodyPr/>
                    <a:lstStyle/>
                    <a:p>
                      <a:pPr>
                        <a:buNone/>
                      </a:pPr>
                      <a:r>
                        <a:rPr lang="en-IN" sz="3300" cap="none" spc="0">
                          <a:solidFill>
                            <a:schemeClr val="bg1"/>
                          </a:solidFill>
                        </a:rPr>
                        <a:t>jane</a:t>
                      </a:r>
                    </a:p>
                  </a:txBody>
                  <a:tcPr marL="461010" marR="461010" marT="251460" marB="230505" anchor="ctr">
                    <a:lnL w="12700" cmpd="sng">
                      <a:noFill/>
                      <a:prstDash val="solid"/>
                    </a:lnL>
                    <a:lnR w="12700" cmpd="sng">
                      <a:noFill/>
                      <a:prstDash val="solid"/>
                    </a:lnR>
                    <a:lnT w="12700" cmpd="sng">
                      <a:noFill/>
                      <a:prstDash val="solid"/>
                    </a:lnT>
                    <a:lnB w="12700" cmpd="sng">
                      <a:noFill/>
                      <a:prstDash val="solid"/>
                    </a:lnB>
                    <a:solidFill>
                      <a:srgbClr val="404040"/>
                    </a:solidFill>
                  </a:tcPr>
                </a:tc>
                <a:tc>
                  <a:txBody>
                    <a:bodyPr/>
                    <a:lstStyle/>
                    <a:p>
                      <a:pPr>
                        <a:buNone/>
                      </a:pPr>
                      <a:r>
                        <a:rPr lang="en-IN" sz="3300" cap="none" spc="0" dirty="0">
                          <a:solidFill>
                            <a:schemeClr val="bg1"/>
                          </a:solidFill>
                        </a:rPr>
                        <a:t>jane123</a:t>
                      </a:r>
                    </a:p>
                  </a:txBody>
                  <a:tcPr marL="461010" marR="461010" marT="251460" marB="230505" anchor="ctr">
                    <a:lnL w="12700" cmpd="sng">
                      <a:noFill/>
                      <a:prstDash val="solid"/>
                    </a:lnL>
                    <a:lnR w="12700" cmpd="sng">
                      <a:noFill/>
                      <a:prstDash val="solid"/>
                    </a:lnR>
                    <a:lnT w="12700" cmpd="sng">
                      <a:noFill/>
                      <a:prstDash val="solid"/>
                    </a:lnT>
                    <a:lnB w="12700" cmpd="sng">
                      <a:noFill/>
                      <a:prstDash val="solid"/>
                    </a:lnB>
                    <a:solidFill>
                      <a:srgbClr val="404040"/>
                    </a:solidFill>
                  </a:tcPr>
                </a:tc>
                <a:extLst>
                  <a:ext uri="{0D108BD9-81ED-4DB2-BD59-A6C34878D82A}">
                    <a16:rowId xmlns:a16="http://schemas.microsoft.com/office/drawing/2014/main" val="3447666353"/>
                  </a:ext>
                </a:extLst>
              </a:tr>
            </a:tbl>
          </a:graphicData>
        </a:graphic>
      </p:graphicFrame>
    </p:spTree>
    <p:extLst>
      <p:ext uri="{BB962C8B-B14F-4D97-AF65-F5344CB8AC3E}">
        <p14:creationId xmlns:p14="http://schemas.microsoft.com/office/powerpoint/2010/main" val="3190028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5129284-B18F-B1D8-B33C-852928595D21}"/>
              </a:ext>
            </a:extLst>
          </p:cNvPr>
          <p:cNvSpPr>
            <a:spLocks noGrp="1"/>
          </p:cNvSpPr>
          <p:nvPr>
            <p:ph type="title"/>
          </p:nvPr>
        </p:nvSpPr>
        <p:spPr>
          <a:xfrm>
            <a:off x="521208" y="978408"/>
            <a:ext cx="4032504" cy="3364992"/>
          </a:xfrm>
        </p:spPr>
        <p:txBody>
          <a:bodyPr>
            <a:normAutofit/>
          </a:bodyPr>
          <a:lstStyle/>
          <a:p>
            <a:r>
              <a:rPr lang="en-IN" dirty="0"/>
              <a:t>Features</a:t>
            </a:r>
          </a:p>
        </p:txBody>
      </p:sp>
      <p:sp>
        <p:nvSpPr>
          <p:cNvPr id="11" name="Rectangle 10">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11650"/>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B9603EE-F443-C534-3D67-58B7CBED59FE}"/>
              </a:ext>
            </a:extLst>
          </p:cNvPr>
          <p:cNvGraphicFramePr>
            <a:graphicFrameLocks noGrp="1"/>
          </p:cNvGraphicFramePr>
          <p:nvPr>
            <p:ph idx="1"/>
            <p:extLst>
              <p:ext uri="{D42A27DB-BD31-4B8C-83A1-F6EECF244321}">
                <p14:modId xmlns:p14="http://schemas.microsoft.com/office/powerpoint/2010/main" val="1254516810"/>
              </p:ext>
            </p:extLst>
          </p:nvPr>
        </p:nvGraphicFramePr>
        <p:xfrm>
          <a:off x="5065776" y="978408"/>
          <a:ext cx="6620256" cy="53766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5123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DEF61DE-4BF3-D013-6348-25E3BC39DC5D}"/>
              </a:ext>
            </a:extLst>
          </p:cNvPr>
          <p:cNvSpPr>
            <a:spLocks noGrp="1"/>
          </p:cNvSpPr>
          <p:nvPr>
            <p:ph type="title"/>
          </p:nvPr>
        </p:nvSpPr>
        <p:spPr>
          <a:xfrm>
            <a:off x="521208" y="978408"/>
            <a:ext cx="11155680" cy="1463040"/>
          </a:xfrm>
        </p:spPr>
        <p:txBody>
          <a:bodyPr>
            <a:normAutofit/>
          </a:bodyPr>
          <a:lstStyle/>
          <a:p>
            <a:r>
              <a:rPr lang="en-IN" dirty="0"/>
              <a:t>Workflow </a:t>
            </a:r>
          </a:p>
        </p:txBody>
      </p:sp>
      <p:sp>
        <p:nvSpPr>
          <p:cNvPr id="12" name="Rectangle 11">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Rectangle 1">
            <a:extLst>
              <a:ext uri="{FF2B5EF4-FFF2-40B4-BE49-F238E27FC236}">
                <a16:creationId xmlns:a16="http://schemas.microsoft.com/office/drawing/2014/main" id="{4DD6BC3E-502B-CE8F-DFC0-E72F9498B704}"/>
              </a:ext>
            </a:extLst>
          </p:cNvPr>
          <p:cNvGraphicFramePr>
            <a:graphicFrameLocks noGrp="1"/>
          </p:cNvGraphicFramePr>
          <p:nvPr>
            <p:ph idx="1"/>
            <p:extLst>
              <p:ext uri="{D42A27DB-BD31-4B8C-83A1-F6EECF244321}">
                <p14:modId xmlns:p14="http://schemas.microsoft.com/office/powerpoint/2010/main" val="1239625979"/>
              </p:ext>
            </p:extLst>
          </p:nvPr>
        </p:nvGraphicFramePr>
        <p:xfrm>
          <a:off x="520700" y="2578100"/>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56132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D77-6545-6801-E968-EA2BDDF30F64}"/>
              </a:ext>
            </a:extLst>
          </p:cNvPr>
          <p:cNvSpPr>
            <a:spLocks noGrp="1"/>
          </p:cNvSpPr>
          <p:nvPr>
            <p:ph type="title"/>
          </p:nvPr>
        </p:nvSpPr>
        <p:spPr/>
        <p:txBody>
          <a:bodyPr/>
          <a:lstStyle/>
          <a:p>
            <a:r>
              <a:rPr lang="en-IN"/>
              <a:t>Technologies Used:</a:t>
            </a:r>
            <a:endParaRPr lang="en-IN" dirty="0"/>
          </a:p>
        </p:txBody>
      </p:sp>
      <p:pic>
        <p:nvPicPr>
          <p:cNvPr id="10" name="Content Placeholder 9">
            <a:extLst>
              <a:ext uri="{FF2B5EF4-FFF2-40B4-BE49-F238E27FC236}">
                <a16:creationId xmlns:a16="http://schemas.microsoft.com/office/drawing/2014/main" id="{FA72818F-1C86-4AE0-399C-DBE27FA381CD}"/>
              </a:ext>
            </a:extLst>
          </p:cNvPr>
          <p:cNvPicPr>
            <a:picLocks noGrp="1" noChangeAspect="1"/>
          </p:cNvPicPr>
          <p:nvPr>
            <p:ph idx="1"/>
          </p:nvPr>
        </p:nvPicPr>
        <p:blipFill>
          <a:blip r:embed="rId2"/>
          <a:stretch>
            <a:fillRect/>
          </a:stretch>
        </p:blipFill>
        <p:spPr>
          <a:xfrm>
            <a:off x="2763317" y="1915064"/>
            <a:ext cx="6869513" cy="4554747"/>
          </a:xfrm>
          <a:prstGeom prst="rect">
            <a:avLst/>
          </a:prstGeom>
        </p:spPr>
      </p:pic>
    </p:spTree>
    <p:extLst>
      <p:ext uri="{BB962C8B-B14F-4D97-AF65-F5344CB8AC3E}">
        <p14:creationId xmlns:p14="http://schemas.microsoft.com/office/powerpoint/2010/main" val="787893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98AB294-3050-5922-C4F6-5FA641ED7025}"/>
              </a:ext>
            </a:extLst>
          </p:cNvPr>
          <p:cNvSpPr>
            <a:spLocks noGrp="1"/>
          </p:cNvSpPr>
          <p:nvPr>
            <p:ph type="title"/>
          </p:nvPr>
        </p:nvSpPr>
        <p:spPr>
          <a:xfrm>
            <a:off x="521208" y="978408"/>
            <a:ext cx="4288536" cy="3364992"/>
          </a:xfrm>
        </p:spPr>
        <p:txBody>
          <a:bodyPr>
            <a:normAutofit/>
          </a:bodyPr>
          <a:lstStyle/>
          <a:p>
            <a:r>
              <a:rPr lang="en-IN" dirty="0"/>
              <a:t>Future Enhancements</a:t>
            </a:r>
          </a:p>
        </p:txBody>
      </p:sp>
      <p:sp>
        <p:nvSpPr>
          <p:cNvPr id="12" name="Rectangle 11">
            <a:extLst>
              <a:ext uri="{FF2B5EF4-FFF2-40B4-BE49-F238E27FC236}">
                <a16:creationId xmlns:a16="http://schemas.microsoft.com/office/drawing/2014/main" id="{A91E908F-EF1E-2FDB-BE4D-3F4C56B2F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7A2980E-8F82-6B7D-A838-277407403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Rectangle 1">
            <a:extLst>
              <a:ext uri="{FF2B5EF4-FFF2-40B4-BE49-F238E27FC236}">
                <a16:creationId xmlns:a16="http://schemas.microsoft.com/office/drawing/2014/main" id="{A1F759C5-A476-C9AE-763B-DAC800B5D7EE}"/>
              </a:ext>
            </a:extLst>
          </p:cNvPr>
          <p:cNvGraphicFramePr>
            <a:graphicFrameLocks noGrp="1"/>
          </p:cNvGraphicFramePr>
          <p:nvPr>
            <p:ph idx="1"/>
            <p:extLst>
              <p:ext uri="{D42A27DB-BD31-4B8C-83A1-F6EECF244321}">
                <p14:modId xmlns:p14="http://schemas.microsoft.com/office/powerpoint/2010/main" val="3233806271"/>
              </p:ext>
            </p:extLst>
          </p:nvPr>
        </p:nvGraphicFramePr>
        <p:xfrm>
          <a:off x="5532120" y="978408"/>
          <a:ext cx="6144768"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5666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DF66A2-616F-20CE-CFBE-F1ADB5E83E7E}"/>
              </a:ext>
            </a:extLst>
          </p:cNvPr>
          <p:cNvSpPr>
            <a:spLocks noGrp="1"/>
          </p:cNvSpPr>
          <p:nvPr>
            <p:ph type="title"/>
          </p:nvPr>
        </p:nvSpPr>
        <p:spPr>
          <a:xfrm>
            <a:off x="521208" y="978408"/>
            <a:ext cx="11155680" cy="1463040"/>
          </a:xfrm>
        </p:spPr>
        <p:txBody>
          <a:bodyPr>
            <a:normAutofit/>
          </a:bodyPr>
          <a:lstStyle/>
          <a:p>
            <a:r>
              <a:rPr lang="en-IN" dirty="0"/>
              <a:t>Conclusion</a:t>
            </a:r>
          </a:p>
        </p:txBody>
      </p:sp>
      <p:sp>
        <p:nvSpPr>
          <p:cNvPr id="17" name="Rectangle 16">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Rectangle 1">
            <a:extLst>
              <a:ext uri="{FF2B5EF4-FFF2-40B4-BE49-F238E27FC236}">
                <a16:creationId xmlns:a16="http://schemas.microsoft.com/office/drawing/2014/main" id="{BA984C86-0C3B-70E2-D7D0-F1BDE079D062}"/>
              </a:ext>
            </a:extLst>
          </p:cNvPr>
          <p:cNvGraphicFramePr>
            <a:graphicFrameLocks noGrp="1"/>
          </p:cNvGraphicFramePr>
          <p:nvPr>
            <p:ph idx="1"/>
            <p:extLst>
              <p:ext uri="{D42A27DB-BD31-4B8C-83A1-F6EECF244321}">
                <p14:modId xmlns:p14="http://schemas.microsoft.com/office/powerpoint/2010/main" val="1702694252"/>
              </p:ext>
            </p:extLst>
          </p:nvPr>
        </p:nvGraphicFramePr>
        <p:xfrm>
          <a:off x="520700" y="2578100"/>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8026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2" name="Rectangle 21">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6310C98-1231-6525-FEA5-AF2480E9E6D9}"/>
              </a:ext>
            </a:extLst>
          </p:cNvPr>
          <p:cNvSpPr>
            <a:spLocks noGrp="1"/>
          </p:cNvSpPr>
          <p:nvPr>
            <p:ph type="title"/>
          </p:nvPr>
        </p:nvSpPr>
        <p:spPr>
          <a:xfrm>
            <a:off x="517870" y="978408"/>
            <a:ext cx="3465681" cy="2450592"/>
          </a:xfrm>
        </p:spPr>
        <p:txBody>
          <a:bodyPr vert="horz" lIns="91440" tIns="45720" rIns="91440" bIns="45720" rtlCol="0" anchor="t">
            <a:normAutofit/>
          </a:bodyPr>
          <a:lstStyle/>
          <a:p>
            <a:r>
              <a:rPr lang="en-US" sz="4800" dirty="0">
                <a:solidFill>
                  <a:schemeClr val="tx2"/>
                </a:solidFill>
              </a:rPr>
              <a:t>Thank you</a:t>
            </a:r>
          </a:p>
        </p:txBody>
      </p:sp>
      <p:sp>
        <p:nvSpPr>
          <p:cNvPr id="23" name="Rectangle 22">
            <a:extLst>
              <a:ext uri="{FF2B5EF4-FFF2-40B4-BE49-F238E27FC236}">
                <a16:creationId xmlns:a16="http://schemas.microsoft.com/office/drawing/2014/main" id="{D91952F0-771E-D2ED-C333-EEED6708B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Smiling Face with No Fill">
            <a:extLst>
              <a:ext uri="{FF2B5EF4-FFF2-40B4-BE49-F238E27FC236}">
                <a16:creationId xmlns:a16="http://schemas.microsoft.com/office/drawing/2014/main" id="{06DD77B9-B1D3-D205-EC81-5C98DCE5261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30496" y="657369"/>
            <a:ext cx="5642166" cy="5642166"/>
          </a:xfrm>
          <a:prstGeom prst="rect">
            <a:avLst/>
          </a:prstGeom>
        </p:spPr>
      </p:pic>
      <p:sp>
        <p:nvSpPr>
          <p:cNvPr id="25" name="Rectangle 24">
            <a:extLst>
              <a:ext uri="{FF2B5EF4-FFF2-40B4-BE49-F238E27FC236}">
                <a16:creationId xmlns:a16="http://schemas.microsoft.com/office/drawing/2014/main" id="{3FB6D83C-2377-9CAD-A991-9E0B6AF25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2787770949"/>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26</TotalTime>
  <Words>692</Words>
  <Application>Microsoft Office PowerPoint</Application>
  <PresentationFormat>Widescreen</PresentationFormat>
  <Paragraphs>94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Bierstadt</vt:lpstr>
      <vt:lpstr>Wingdings</vt:lpstr>
      <vt:lpstr>GestaltVTI</vt:lpstr>
      <vt:lpstr>Hospital Appointment &amp; Doctor Scheduling System</vt:lpstr>
      <vt:lpstr>Team Members</vt:lpstr>
      <vt:lpstr>Problem Statement</vt:lpstr>
      <vt:lpstr>Objective</vt:lpstr>
      <vt:lpstr>System Users</vt:lpstr>
      <vt:lpstr>System Users</vt:lpstr>
      <vt:lpstr>Predefined Users-Patients:-- Doctors:        |        alice/alice123, bob/bob123</vt:lpstr>
      <vt:lpstr>Features</vt:lpstr>
      <vt:lpstr>Workflow </vt:lpstr>
      <vt:lpstr>Technologies Used:</vt:lpstr>
      <vt:lpstr>Future Enhancements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Yamini Chowdari</dc:creator>
  <cp:lastModifiedBy>Yamini Chowdari</cp:lastModifiedBy>
  <cp:revision>1</cp:revision>
  <dcterms:created xsi:type="dcterms:W3CDTF">2026-03-25T06:14:38Z</dcterms:created>
  <dcterms:modified xsi:type="dcterms:W3CDTF">2026-03-25T06:41:08Z</dcterms:modified>
</cp:coreProperties>
</file>